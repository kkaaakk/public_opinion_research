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391f016a434ecd" /><Relationship Type="http://schemas.openxmlformats.org/officeDocument/2006/relationships/extended-properties" Target="/docProps/app.xml" Id="Rbf44375108c74c14" /><Relationship Type="http://schemas.openxmlformats.org/officeDocument/2006/relationships/officeDocument" Target="/ppt/presentation.xml" Id="R97a104a1e57b40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f7ba064dcc45e5"/>
  </p:sldMasterIdLst>
  <p:notesMasterIdLst>
    <p:notesMasterId xmlns:r="http://schemas.openxmlformats.org/officeDocument/2006/relationships" r:id="R2d799c2f6eac40e7"/>
  </p:notesMasterIdLst>
  <p:sldIdLst>
    <p:sldId xmlns:r="http://schemas.openxmlformats.org/officeDocument/2006/relationships" id="256" r:id="Ra6959a6f87114dc6"/>
    <p:sldId xmlns:r="http://schemas.openxmlformats.org/officeDocument/2006/relationships" id="257" r:id="R01e4507f640a472a"/>
    <p:sldId xmlns:r="http://schemas.openxmlformats.org/officeDocument/2006/relationships" id="258" r:id="R82ca8fef7995480d"/>
    <p:sldId xmlns:r="http://schemas.openxmlformats.org/officeDocument/2006/relationships" id="259" r:id="R61a4f46272cf452c"/>
    <p:sldId xmlns:r="http://schemas.openxmlformats.org/officeDocument/2006/relationships" id="260" r:id="Rba051bec6d284b35"/>
    <p:sldId xmlns:r="http://schemas.openxmlformats.org/officeDocument/2006/relationships" id="261" r:id="R74b2b39c91d14761"/>
    <p:sldId xmlns:r="http://schemas.openxmlformats.org/officeDocument/2006/relationships" id="262" r:id="R6b6252f0c6374bc0"/>
    <p:sldId xmlns:r="http://schemas.openxmlformats.org/officeDocument/2006/relationships" id="263" r:id="Rc479e67a4e744439"/>
    <p:sldId xmlns:r="http://schemas.openxmlformats.org/officeDocument/2006/relationships" id="264" r:id="R979635792c974b77"/>
    <p:sldId xmlns:r="http://schemas.openxmlformats.org/officeDocument/2006/relationships" id="265" r:id="Rbc0c36e53de74f72"/>
    <p:sldId xmlns:r="http://schemas.openxmlformats.org/officeDocument/2006/relationships" id="266" r:id="Rc0516804ed734ae0"/>
    <p:sldId xmlns:r="http://schemas.openxmlformats.org/officeDocument/2006/relationships" id="267" r:id="R3ee34c9a42c24a59"/>
    <p:sldId xmlns:r="http://schemas.openxmlformats.org/officeDocument/2006/relationships" id="268" r:id="R92bba39122db4675"/>
    <p:sldId xmlns:r="http://schemas.openxmlformats.org/officeDocument/2006/relationships" id="269" r:id="R0e4e8bd3dc784e79"/>
    <p:sldId xmlns:r="http://schemas.openxmlformats.org/officeDocument/2006/relationships" id="270" r:id="Ra2d0bc3bcef64d37"/>
    <p:sldId xmlns:r="http://schemas.openxmlformats.org/officeDocument/2006/relationships" id="271" r:id="Rc9aebdc0a98748bd"/>
    <p:sldId xmlns:r="http://schemas.openxmlformats.org/officeDocument/2006/relationships" id="272" r:id="Rda54dcc5cfa94fb3"/>
    <p:sldId xmlns:r="http://schemas.openxmlformats.org/officeDocument/2006/relationships" id="273" r:id="Re9cd8bcae51341fe"/>
    <p:sldId xmlns:r="http://schemas.openxmlformats.org/officeDocument/2006/relationships" id="274" r:id="R9abc30d854f64a94"/>
    <p:sldId xmlns:r="http://schemas.openxmlformats.org/officeDocument/2006/relationships" id="275" r:id="R1227323773194d62"/>
    <p:sldId xmlns:r="http://schemas.openxmlformats.org/officeDocument/2006/relationships" id="276" r:id="R9e271261ddc9447a"/>
    <p:sldId xmlns:r="http://schemas.openxmlformats.org/officeDocument/2006/relationships" id="277" r:id="Rddba7f8b25264fd0"/>
    <p:sldId xmlns:r="http://schemas.openxmlformats.org/officeDocument/2006/relationships" id="278" r:id="R1e26211aa5414c3c"/>
    <p:sldId xmlns:r="http://schemas.openxmlformats.org/officeDocument/2006/relationships" id="279" r:id="R9093558d107b4b6c"/>
    <p:sldId xmlns:r="http://schemas.openxmlformats.org/officeDocument/2006/relationships" id="280" r:id="R7e9dde6995494b15"/>
    <p:sldId xmlns:r="http://schemas.openxmlformats.org/officeDocument/2006/relationships" id="281" r:id="Rbe9c45cac8bc43f5"/>
    <p:sldId xmlns:r="http://schemas.openxmlformats.org/officeDocument/2006/relationships" id="282" r:id="R208bef5cb9e74367"/>
    <p:sldId xmlns:r="http://schemas.openxmlformats.org/officeDocument/2006/relationships" id="283" r:id="R7c75127635e1431e"/>
    <p:sldId xmlns:r="http://schemas.openxmlformats.org/officeDocument/2006/relationships" id="284" r:id="R38d2d5994d5240c0"/>
    <p:sldId xmlns:r="http://schemas.openxmlformats.org/officeDocument/2006/relationships" id="285" r:id="R2410a7180cbd4be4"/>
    <p:sldId xmlns:r="http://schemas.openxmlformats.org/officeDocument/2006/relationships" id="286" r:id="Ra7028f7e0d0a4cf7"/>
    <p:sldId xmlns:r="http://schemas.openxmlformats.org/officeDocument/2006/relationships" id="287" r:id="Rd825a31213ce4942"/>
    <p:sldId xmlns:r="http://schemas.openxmlformats.org/officeDocument/2006/relationships" id="288" r:id="R089c673d16b844a8"/>
    <p:sldId xmlns:r="http://schemas.openxmlformats.org/officeDocument/2006/relationships" id="289" r:id="R3d616e687d8e4e52"/>
    <p:sldId xmlns:r="http://schemas.openxmlformats.org/officeDocument/2006/relationships" id="290" r:id="R17469c1182844426"/>
    <p:sldId xmlns:r="http://schemas.openxmlformats.org/officeDocument/2006/relationships" id="291" r:id="R71d2cd8b20b548a2"/>
    <p:sldId xmlns:r="http://schemas.openxmlformats.org/officeDocument/2006/relationships" id="292" r:id="Re1384e7bcb784426"/>
    <p:sldId xmlns:r="http://schemas.openxmlformats.org/officeDocument/2006/relationships" id="293" r:id="Rac11b66946af45b0"/>
    <p:sldId xmlns:r="http://schemas.openxmlformats.org/officeDocument/2006/relationships" id="294" r:id="Rfe5d9c7bb9c14d26"/>
    <p:sldId xmlns:r="http://schemas.openxmlformats.org/officeDocument/2006/relationships" id="295" r:id="Ra0eb2963d67a44f0"/>
    <p:sldId xmlns:r="http://schemas.openxmlformats.org/officeDocument/2006/relationships" id="296" r:id="R424792587c01422b"/>
    <p:sldId xmlns:r="http://schemas.openxmlformats.org/officeDocument/2006/relationships" id="297" r:id="R4b818d9b1e1a4b6e"/>
    <p:sldId xmlns:r="http://schemas.openxmlformats.org/officeDocument/2006/relationships" id="298" r:id="R52d58c4a6edf4472"/>
    <p:sldId xmlns:r="http://schemas.openxmlformats.org/officeDocument/2006/relationships" id="299" r:id="R3847654138a9413a"/>
    <p:sldId xmlns:r="http://schemas.openxmlformats.org/officeDocument/2006/relationships" id="300" r:id="Rf79a65614cef4c86"/>
    <p:sldId xmlns:r="http://schemas.openxmlformats.org/officeDocument/2006/relationships" id="301" r:id="Rad9848a4afdb47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1c28a571594a02" /><Relationship Type="http://schemas.openxmlformats.org/officeDocument/2006/relationships/slideMaster" Target="/ppt/slideMasters/slideMaster1.xml" Id="R31f7ba064dcc45e5" /><Relationship Type="http://schemas.openxmlformats.org/officeDocument/2006/relationships/notesMaster" Target="/ppt/notesMasters/notesMaster1.xml" Id="R2d799c2f6eac40e7" /><Relationship Type="http://schemas.openxmlformats.org/officeDocument/2006/relationships/presProps" Target="/ppt/presProps.xml" Id="Rc14f7d4ed18445a3" /><Relationship Type="http://schemas.openxmlformats.org/officeDocument/2006/relationships/tableStyles" Target="/ppt/tableStyles.xml" Id="Rbf0df64f14534ec2" /><Relationship Type="http://schemas.openxmlformats.org/officeDocument/2006/relationships/slide" Target="/ppt/slides/slide1.xml" Id="Ra6959a6f87114dc6" /><Relationship Type="http://schemas.openxmlformats.org/officeDocument/2006/relationships/slide" Target="/ppt/slides/slide2.xml" Id="R01e4507f640a472a" /><Relationship Type="http://schemas.openxmlformats.org/officeDocument/2006/relationships/slide" Target="/ppt/slides/slide3.xml" Id="R82ca8fef7995480d" /><Relationship Type="http://schemas.openxmlformats.org/officeDocument/2006/relationships/slide" Target="/ppt/slides/slide4.xml" Id="R61a4f46272cf452c" /><Relationship Type="http://schemas.openxmlformats.org/officeDocument/2006/relationships/slide" Target="/ppt/slides/slide5.xml" Id="Rba051bec6d284b35" /><Relationship Type="http://schemas.openxmlformats.org/officeDocument/2006/relationships/slide" Target="/ppt/slides/slide6.xml" Id="R74b2b39c91d14761" /><Relationship Type="http://schemas.openxmlformats.org/officeDocument/2006/relationships/slide" Target="/ppt/slides/slide7.xml" Id="R6b6252f0c6374bc0" /><Relationship Type="http://schemas.openxmlformats.org/officeDocument/2006/relationships/slide" Target="/ppt/slides/slide8.xml" Id="Rc479e67a4e744439" /><Relationship Type="http://schemas.openxmlformats.org/officeDocument/2006/relationships/slide" Target="/ppt/slides/slide9.xml" Id="R979635792c974b77" /><Relationship Type="http://schemas.openxmlformats.org/officeDocument/2006/relationships/slide" Target="/ppt/slides/slide10.xml" Id="Rbc0c36e53de74f72" /><Relationship Type="http://schemas.openxmlformats.org/officeDocument/2006/relationships/slide" Target="/ppt/slides/slide11.xml" Id="Rc0516804ed734ae0" /><Relationship Type="http://schemas.openxmlformats.org/officeDocument/2006/relationships/slide" Target="/ppt/slides/slide12.xml" Id="R3ee34c9a42c24a59" /><Relationship Type="http://schemas.openxmlformats.org/officeDocument/2006/relationships/slide" Target="/ppt/slides/slide13.xml" Id="R92bba39122db4675" /><Relationship Type="http://schemas.openxmlformats.org/officeDocument/2006/relationships/slide" Target="/ppt/slides/slide14.xml" Id="R0e4e8bd3dc784e79" /><Relationship Type="http://schemas.openxmlformats.org/officeDocument/2006/relationships/slide" Target="/ppt/slides/slide15.xml" Id="Ra2d0bc3bcef64d37" /><Relationship Type="http://schemas.openxmlformats.org/officeDocument/2006/relationships/slide" Target="/ppt/slides/slide16.xml" Id="Rc9aebdc0a98748bd" /><Relationship Type="http://schemas.openxmlformats.org/officeDocument/2006/relationships/slide" Target="/ppt/slides/slide17.xml" Id="Rda54dcc5cfa94fb3" /><Relationship Type="http://schemas.openxmlformats.org/officeDocument/2006/relationships/slide" Target="/ppt/slides/slide18.xml" Id="Re9cd8bcae51341fe" /><Relationship Type="http://schemas.openxmlformats.org/officeDocument/2006/relationships/slide" Target="/ppt/slides/slide19.xml" Id="R9abc30d854f64a94" /><Relationship Type="http://schemas.openxmlformats.org/officeDocument/2006/relationships/slide" Target="/ppt/slides/slide20.xml" Id="R1227323773194d62" /><Relationship Type="http://schemas.openxmlformats.org/officeDocument/2006/relationships/slide" Target="/ppt/slides/slide21.xml" Id="R9e271261ddc9447a" /><Relationship Type="http://schemas.openxmlformats.org/officeDocument/2006/relationships/slide" Target="/ppt/slides/slide22.xml" Id="Rddba7f8b25264fd0" /><Relationship Type="http://schemas.openxmlformats.org/officeDocument/2006/relationships/slide" Target="/ppt/slides/slide23.xml" Id="R1e26211aa5414c3c" /><Relationship Type="http://schemas.openxmlformats.org/officeDocument/2006/relationships/slide" Target="/ppt/slides/slide24.xml" Id="R9093558d107b4b6c" /><Relationship Type="http://schemas.openxmlformats.org/officeDocument/2006/relationships/slide" Target="/ppt/slides/slide25.xml" Id="R7e9dde6995494b15" /><Relationship Type="http://schemas.openxmlformats.org/officeDocument/2006/relationships/slide" Target="/ppt/slides/slide26.xml" Id="Rbe9c45cac8bc43f5" /><Relationship Type="http://schemas.openxmlformats.org/officeDocument/2006/relationships/slide" Target="/ppt/slides/slide27.xml" Id="R208bef5cb9e74367" /><Relationship Type="http://schemas.openxmlformats.org/officeDocument/2006/relationships/slide" Target="/ppt/slides/slide28.xml" Id="R7c75127635e1431e" /><Relationship Type="http://schemas.openxmlformats.org/officeDocument/2006/relationships/slide" Target="/ppt/slides/slide29.xml" Id="R38d2d5994d5240c0" /><Relationship Type="http://schemas.openxmlformats.org/officeDocument/2006/relationships/slide" Target="/ppt/slides/slide30.xml" Id="R2410a7180cbd4be4" /><Relationship Type="http://schemas.openxmlformats.org/officeDocument/2006/relationships/slide" Target="/ppt/slides/slide31.xml" Id="Ra7028f7e0d0a4cf7" /><Relationship Type="http://schemas.openxmlformats.org/officeDocument/2006/relationships/slide" Target="/ppt/slides/slide32.xml" Id="Rd825a31213ce4942" /><Relationship Type="http://schemas.openxmlformats.org/officeDocument/2006/relationships/slide" Target="/ppt/slides/slide33.xml" Id="R089c673d16b844a8" /><Relationship Type="http://schemas.openxmlformats.org/officeDocument/2006/relationships/slide" Target="/ppt/slides/slide34.xml" Id="R3d616e687d8e4e52" /><Relationship Type="http://schemas.openxmlformats.org/officeDocument/2006/relationships/slide" Target="/ppt/slides/slide35.xml" Id="R17469c1182844426" /><Relationship Type="http://schemas.openxmlformats.org/officeDocument/2006/relationships/slide" Target="/ppt/slides/slide36.xml" Id="R71d2cd8b20b548a2" /><Relationship Type="http://schemas.openxmlformats.org/officeDocument/2006/relationships/slide" Target="/ppt/slides/slide37.xml" Id="Re1384e7bcb784426" /><Relationship Type="http://schemas.openxmlformats.org/officeDocument/2006/relationships/slide" Target="/ppt/slides/slide38.xml" Id="Rac11b66946af45b0" /><Relationship Type="http://schemas.openxmlformats.org/officeDocument/2006/relationships/slide" Target="/ppt/slides/slide39.xml" Id="Rfe5d9c7bb9c14d26" /><Relationship Type="http://schemas.openxmlformats.org/officeDocument/2006/relationships/slide" Target="/ppt/slides/slide40.xml" Id="Ra0eb2963d67a44f0" /><Relationship Type="http://schemas.openxmlformats.org/officeDocument/2006/relationships/slide" Target="/ppt/slides/slide41.xml" Id="R424792587c01422b" /><Relationship Type="http://schemas.openxmlformats.org/officeDocument/2006/relationships/slide" Target="/ppt/slides/slide42.xml" Id="R4b818d9b1e1a4b6e" /><Relationship Type="http://schemas.openxmlformats.org/officeDocument/2006/relationships/slide" Target="/ppt/slides/slide43.xml" Id="R52d58c4a6edf4472" /><Relationship Type="http://schemas.openxmlformats.org/officeDocument/2006/relationships/slide" Target="/ppt/slides/slide44.xml" Id="R3847654138a9413a" /><Relationship Type="http://schemas.openxmlformats.org/officeDocument/2006/relationships/slide" Target="/ppt/slides/slide45.xml" Id="Rf79a65614cef4c86" /><Relationship Type="http://schemas.openxmlformats.org/officeDocument/2006/relationships/slide" Target="/ppt/slides/slide46.xml" Id="Rad9848a4afdb47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a1bcdd36b94d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bce6f296c4c38" /><Relationship Type="http://schemas.openxmlformats.org/officeDocument/2006/relationships/notesMaster" Target="/ppt/notesMasters/notesMaster1.xml" Id="R3039bd4d7de44a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1dbd5ce9a14c78" /><Relationship Type="http://schemas.openxmlformats.org/officeDocument/2006/relationships/notesMaster" Target="/ppt/notesMasters/notesMaster1.xml" Id="R5f6c2d26e5134f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d627cc31f34215" /><Relationship Type="http://schemas.openxmlformats.org/officeDocument/2006/relationships/notesMaster" Target="/ppt/notesMasters/notesMaster1.xml" Id="R74cc0787aa4b43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f9eadf027d4534" /><Relationship Type="http://schemas.openxmlformats.org/officeDocument/2006/relationships/notesMaster" Target="/ppt/notesMasters/notesMaster1.xml" Id="Rd9f0f589f3a641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bf7d7f7f5e4ac7" /><Relationship Type="http://schemas.openxmlformats.org/officeDocument/2006/relationships/notesMaster" Target="/ppt/notesMasters/notesMaster1.xml" Id="R891dca4fe62c4d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c9e79707e94831" /><Relationship Type="http://schemas.openxmlformats.org/officeDocument/2006/relationships/notesMaster" Target="/ppt/notesMasters/notesMaster1.xml" Id="Rfb7c9d66850b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72c61d2aa24d74" /><Relationship Type="http://schemas.openxmlformats.org/officeDocument/2006/relationships/notesMaster" Target="/ppt/notesMasters/notesMaster1.xml" Id="R90c3c2649fcd40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bd2faf2f4f458c" /><Relationship Type="http://schemas.openxmlformats.org/officeDocument/2006/relationships/notesMaster" Target="/ppt/notesMasters/notesMaster1.xml" Id="Rae0aa0370cdd46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5390e0e9ff435e" /><Relationship Type="http://schemas.openxmlformats.org/officeDocument/2006/relationships/notesMaster" Target="/ppt/notesMasters/notesMaster1.xml" Id="R0e0103f649c74d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39d3b07de14614" /><Relationship Type="http://schemas.openxmlformats.org/officeDocument/2006/relationships/notesMaster" Target="/ppt/notesMasters/notesMaster1.xml" Id="R937c0ab076fa4c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bb7c0ceaa34a2e" /><Relationship Type="http://schemas.openxmlformats.org/officeDocument/2006/relationships/notesMaster" Target="/ppt/notesMasters/notesMaster1.xml" Id="R6c9ea0df55b843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fd8f18bf8b4749" /><Relationship Type="http://schemas.openxmlformats.org/officeDocument/2006/relationships/notesMaster" Target="/ppt/notesMasters/notesMaster1.xml" Id="R7a668c09cd7d4f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319824631a48de" /><Relationship Type="http://schemas.openxmlformats.org/officeDocument/2006/relationships/notesMaster" Target="/ppt/notesMasters/notesMaster1.xml" Id="Rec646943a5e54f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be103d0e0e45d8" /><Relationship Type="http://schemas.openxmlformats.org/officeDocument/2006/relationships/notesMaster" Target="/ppt/notesMasters/notesMaster1.xml" Id="Rb93e6bed82a343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adccc11ac042f3" /><Relationship Type="http://schemas.openxmlformats.org/officeDocument/2006/relationships/notesMaster" Target="/ppt/notesMasters/notesMaster1.xml" Id="R7d3a7f4ca59e4a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89e9628b2a46da" /><Relationship Type="http://schemas.openxmlformats.org/officeDocument/2006/relationships/notesMaster" Target="/ppt/notesMasters/notesMaster1.xml" Id="R2c2a0d87ca384b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e414cf5bb0465f" /><Relationship Type="http://schemas.openxmlformats.org/officeDocument/2006/relationships/notesMaster" Target="/ppt/notesMasters/notesMaster1.xml" Id="Rbbe21c00fece48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5c22644e8b47d8" /><Relationship Type="http://schemas.openxmlformats.org/officeDocument/2006/relationships/notesMaster" Target="/ppt/notesMasters/notesMaster1.xml" Id="R2e3dec7d75ae495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b432fba84b4adb" /><Relationship Type="http://schemas.openxmlformats.org/officeDocument/2006/relationships/notesMaster" Target="/ppt/notesMasters/notesMaster1.xml" Id="R301117bf3a7145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6af038243074611" /><Relationship Type="http://schemas.openxmlformats.org/officeDocument/2006/relationships/notesMaster" Target="/ppt/notesMasters/notesMaster1.xml" Id="R018b416c30464b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a0dd3c8c7d4f9f" /><Relationship Type="http://schemas.openxmlformats.org/officeDocument/2006/relationships/notesMaster" Target="/ppt/notesMasters/notesMaster1.xml" Id="Rc082b314c69e4d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0ccada940b48fe" /><Relationship Type="http://schemas.openxmlformats.org/officeDocument/2006/relationships/notesMaster" Target="/ppt/notesMasters/notesMaster1.xml" Id="R0a79f30133a744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be1c1d3a3b44f4d" /><Relationship Type="http://schemas.openxmlformats.org/officeDocument/2006/relationships/notesMaster" Target="/ppt/notesMasters/notesMaster1.xml" Id="Re5bc3259e04a444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df224eb9e04473b" /><Relationship Type="http://schemas.openxmlformats.org/officeDocument/2006/relationships/notesMaster" Target="/ppt/notesMasters/notesMaster1.xml" Id="Rb2781bf7c0184d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8c4a23a7b214f1d" /><Relationship Type="http://schemas.openxmlformats.org/officeDocument/2006/relationships/notesMaster" Target="/ppt/notesMasters/notesMaster1.xml" Id="R18345707ac5c4ad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c9e849db2f43d9" /><Relationship Type="http://schemas.openxmlformats.org/officeDocument/2006/relationships/notesMaster" Target="/ppt/notesMasters/notesMaster1.xml" Id="R328f67e327d748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95ee94fedd049df" /><Relationship Type="http://schemas.openxmlformats.org/officeDocument/2006/relationships/notesMaster" Target="/ppt/notesMasters/notesMaster1.xml" Id="R033964e6961142e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e1cfe08d81746d7" /><Relationship Type="http://schemas.openxmlformats.org/officeDocument/2006/relationships/notesMaster" Target="/ppt/notesMasters/notesMaster1.xml" Id="Rc61fea23cea844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e75d0cd0d684e9f" /><Relationship Type="http://schemas.openxmlformats.org/officeDocument/2006/relationships/notesMaster" Target="/ppt/notesMasters/notesMaster1.xml" Id="R6b6a92e2b43f4b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ef0e25a844f491d" /><Relationship Type="http://schemas.openxmlformats.org/officeDocument/2006/relationships/notesMaster" Target="/ppt/notesMasters/notesMaster1.xml" Id="Rc7e93bc7689c4e5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55475949a5c4a2e" /><Relationship Type="http://schemas.openxmlformats.org/officeDocument/2006/relationships/notesMaster" Target="/ppt/notesMasters/notesMaster1.xml" Id="Ra52aecb5837545a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b6798286b9d4cf1" /><Relationship Type="http://schemas.openxmlformats.org/officeDocument/2006/relationships/notesMaster" Target="/ppt/notesMasters/notesMaster1.xml" Id="Rd532fc46b7074a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0666602438b4a2f" /><Relationship Type="http://schemas.openxmlformats.org/officeDocument/2006/relationships/notesMaster" Target="/ppt/notesMasters/notesMaster1.xml" Id="Rd5f7e10f20e8447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bdc0a428540430d" /><Relationship Type="http://schemas.openxmlformats.org/officeDocument/2006/relationships/notesMaster" Target="/ppt/notesMasters/notesMaster1.xml" Id="R0fefe1bd15f5445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7e28249db8c49e2" /><Relationship Type="http://schemas.openxmlformats.org/officeDocument/2006/relationships/notesMaster" Target="/ppt/notesMasters/notesMaster1.xml" Id="Rbe8a453fb10f4bc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a11d33b045e406d" /><Relationship Type="http://schemas.openxmlformats.org/officeDocument/2006/relationships/notesMaster" Target="/ppt/notesMasters/notesMaster1.xml" Id="R588a4eb4a396490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448cb98b07f4003" /><Relationship Type="http://schemas.openxmlformats.org/officeDocument/2006/relationships/notesMaster" Target="/ppt/notesMasters/notesMaster1.xml" Id="R028ddb0a2b98443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7917741fe7341af" /><Relationship Type="http://schemas.openxmlformats.org/officeDocument/2006/relationships/notesMaster" Target="/ppt/notesMasters/notesMaster1.xml" Id="R31c888206da1432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713f7665c3b420d" /><Relationship Type="http://schemas.openxmlformats.org/officeDocument/2006/relationships/notesMaster" Target="/ppt/notesMasters/notesMaster1.xml" Id="Re1074af2cd784ec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1299ce403834091" /><Relationship Type="http://schemas.openxmlformats.org/officeDocument/2006/relationships/notesMaster" Target="/ppt/notesMasters/notesMaster1.xml" Id="Rbe758dc9e0f1475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f47c7fe9369421d" /><Relationship Type="http://schemas.openxmlformats.org/officeDocument/2006/relationships/notesMaster" Target="/ppt/notesMasters/notesMaster1.xml" Id="R794153016c3a49b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58b829283844a73" /><Relationship Type="http://schemas.openxmlformats.org/officeDocument/2006/relationships/notesMaster" Target="/ppt/notesMasters/notesMaster1.xml" Id="Re03f86b931ab436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1e0846e199244f8" /><Relationship Type="http://schemas.openxmlformats.org/officeDocument/2006/relationships/notesMaster" Target="/ppt/notesMasters/notesMaster1.xml" Id="R945729ad22a5436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fc1816116d249bd" /><Relationship Type="http://schemas.openxmlformats.org/officeDocument/2006/relationships/notesMaster" Target="/ppt/notesMasters/notesMaster1.xml" Id="Rfffcb8d0b858481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83279f148b247ef" /><Relationship Type="http://schemas.openxmlformats.org/officeDocument/2006/relationships/notesMaster" Target="/ppt/notesMasters/notesMaster1.xml" Id="R6dd46942091d476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881b93b62064d10" /><Relationship Type="http://schemas.openxmlformats.org/officeDocument/2006/relationships/notesMaster" Target="/ppt/notesMasters/notesMaster1.xml" Id="Rbd856b3edc5a45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langgraph.json</a:t>
            </a:r>
          </a:p>
          <a:p xmlns:a="http://schemas.openxmlformats.org/drawingml/2006/main">
            <a:r>
              <a:t>git rev-parse origin/main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git branch -a -vv; git diff HEAD origin/main; langgraph.json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public_opinion_agents/*.py; data/knowledge/public_opinion/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pyproject.toml; langgraph.json; src/open_deep_research/web/server.py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rg --files src/open_deep_research;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deep_researcher.py; runtime/business_agent.py; utils.py; rag/service.py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web/server.py:research; deep_researcher.py; runtime/agent_runtime.py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Slides 2–7; source index in docs/project-learning/sources.md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langgraph.json; web/server.py:research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deep_researcher.py:_create_deep_researcher_builder; deep_researcher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state.py:DeepResearchState; state.py:*_reducer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deep_researcher.py:1562–1640; public_opinion_builder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web/server.py; deep_researcher.py; runtime/business_agent.py; runtime/agent_runtime.py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web/server.py:research; configuration.py:Configuration.from_runnable_config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memory/context.py; workflow/state_utils.py:resolve_research_run_id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langgraph.json; core source files listed below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Slides 9–16; deep_researcher.py; state.py; memory/context.py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deep_researcher.py:public_opinion_builder; public_opinion_agents/base.py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public_opinion_agents/*.py; registry.py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deep_researcher.py:public_opinion_builder; route_after_research_review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runtime/agent_runtime.py:AgentRuntime.run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state.py:agents_reducer; AgentRuntime.__init__; ResearchWorkspace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research_review; route_after_research_review; Send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Slides 18–23; public_opinion_agents; AgentRuntime; state reducers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utils.py:get_all_tools; business_agent.py; agent_runtime.py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mcp/domain_filter.py; public_opinion_agents/*.py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mcp/tools.py:load_mcp_tools; tool_wrapper.py; domain_filter.py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mcp/tools.py; mcp/tool_wrapper.py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rg --files; docs/guide/social-media-skill.md;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current source boundaries; docs/guide/social-media-skill.md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Slides 25–30; utils.py; mcp/; social_media/tools.py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AgentRuntime.run; ResearchWorkspace.before_model; AgentSpec.format_system_prompt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state.py; runtime/agent_runtime.py; memory/; tests/run_evaluate.py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maybe_persist_chat_memory; memory/writer.py; rag/indexer.py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AgentRuntime._compact_history; research_graph/compaction.py:rolling_compact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Slides 32–35; AgentRuntime; memory/; research_graph/compaction.py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tools/rag_tool.py; rag/service.py; rag/indexer.py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rag/retriever.py; rag/reranker.py; rag/service.py:RAGPipeline.query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rag/graph.py; research_graph/; docs/research-graph-context-harness.md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deep_researcher.py; four AgentSpecs; report nodes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write_research_brief; plan_report_sections; section_writer; compile_final_report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budget.py; observability/langsmith.py; docs/architecture/observability.md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git log origin/main; selected commits in 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aff29ea; 5989480; 3f0a548 + 5cc29c0; d18c87a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current file map and verified call chains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Complete deck; docs/project-learning/sources.md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d325ac8a64d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9ce0249f8c4e5a" /><Relationship Type="http://schemas.openxmlformats.org/officeDocument/2006/relationships/slideLayout" Target="/ppt/slideLayouts/slideLayout1.xml" Id="Rb6b999503ce4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b999503ce4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e841022d94320" /><Relationship Type="http://schemas.openxmlformats.org/officeDocument/2006/relationships/notesSlide" Target="/ppt/notesSlides/notesSlide1.xml" Id="Ra3a22b881c1543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e9c0f51f94dfe" /><Relationship Type="http://schemas.openxmlformats.org/officeDocument/2006/relationships/notesSlide" Target="/ppt/notesSlides/notesSlide2.xml" Id="R69a7422861ff4a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dfedf8a9b456a" /><Relationship Type="http://schemas.openxmlformats.org/officeDocument/2006/relationships/notesSlide" Target="/ppt/notesSlides/notesSlide3.xml" Id="R25cee10e6ecc4c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d215d815843c2" /><Relationship Type="http://schemas.openxmlformats.org/officeDocument/2006/relationships/notesSlide" Target="/ppt/notesSlides/notesSlide4.xml" Id="R373f549f117642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b51e36aa84ccf" /><Relationship Type="http://schemas.openxmlformats.org/officeDocument/2006/relationships/notesSlide" Target="/ppt/notesSlides/notesSlide5.xml" Id="Rc3195617dc4040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070ed18924037" /><Relationship Type="http://schemas.openxmlformats.org/officeDocument/2006/relationships/notesSlide" Target="/ppt/notesSlides/notesSlide6.xml" Id="Rbae1782a730c4f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4709b5e744b0e" /><Relationship Type="http://schemas.openxmlformats.org/officeDocument/2006/relationships/notesSlide" Target="/ppt/notesSlides/notesSlide7.xml" Id="R4e8efc07b1d246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69577b7444dc8" /><Relationship Type="http://schemas.openxmlformats.org/officeDocument/2006/relationships/notesSlide" Target="/ppt/notesSlides/notesSlide8.xml" Id="R4767a37a649940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fe69969ce45bf" /><Relationship Type="http://schemas.openxmlformats.org/officeDocument/2006/relationships/notesSlide" Target="/ppt/notesSlides/notesSlide9.xml" Id="Rb8d5040b75f048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4443c3e054a22" /><Relationship Type="http://schemas.openxmlformats.org/officeDocument/2006/relationships/notesSlide" Target="/ppt/notesSlides/notesSlide10.xml" Id="R6a804b86692a42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d8ee52a7846fa" /><Relationship Type="http://schemas.openxmlformats.org/officeDocument/2006/relationships/notesSlide" Target="/ppt/notesSlides/notesSlide11.xml" Id="Rde9b3395234b4f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e80baed60493f" /><Relationship Type="http://schemas.openxmlformats.org/officeDocument/2006/relationships/notesSlide" Target="/ppt/notesSlides/notesSlide12.xml" Id="R84d8efd511c64e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8847b67ef4678" /><Relationship Type="http://schemas.openxmlformats.org/officeDocument/2006/relationships/notesSlide" Target="/ppt/notesSlides/notesSlide13.xml" Id="R1e3e412be22a4a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9fcd9ceaa4384" /><Relationship Type="http://schemas.openxmlformats.org/officeDocument/2006/relationships/notesSlide" Target="/ppt/notesSlides/notesSlide14.xml" Id="R2e4f6c7276e445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b165d21f74712" /><Relationship Type="http://schemas.openxmlformats.org/officeDocument/2006/relationships/notesSlide" Target="/ppt/notesSlides/notesSlide15.xml" Id="R0787b8958ce84f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c6906e790457c" /><Relationship Type="http://schemas.openxmlformats.org/officeDocument/2006/relationships/notesSlide" Target="/ppt/notesSlides/notesSlide16.xml" Id="R95887b5ce2cf4e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30ba5fb5a4c03" /><Relationship Type="http://schemas.openxmlformats.org/officeDocument/2006/relationships/notesSlide" Target="/ppt/notesSlides/notesSlide17.xml" Id="R31460b5a8ee74f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4cc476fc64536" /><Relationship Type="http://schemas.openxmlformats.org/officeDocument/2006/relationships/notesSlide" Target="/ppt/notesSlides/notesSlide18.xml" Id="R6a7ddd735c7f4e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bcb27fe534acb" /><Relationship Type="http://schemas.openxmlformats.org/officeDocument/2006/relationships/notesSlide" Target="/ppt/notesSlides/notesSlide19.xml" Id="R29b6e7dd13dd47a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de3d1777e45c9" /><Relationship Type="http://schemas.openxmlformats.org/officeDocument/2006/relationships/notesSlide" Target="/ppt/notesSlides/notesSlide20.xml" Id="R8580e6c31bf24c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44d332f524ed7" /><Relationship Type="http://schemas.openxmlformats.org/officeDocument/2006/relationships/notesSlide" Target="/ppt/notesSlides/notesSlide21.xml" Id="R8c4776f62f0e49e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c03cacf9245a3" /><Relationship Type="http://schemas.openxmlformats.org/officeDocument/2006/relationships/notesSlide" Target="/ppt/notesSlides/notesSlide22.xml" Id="Ra6450d9f88464ab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77d83e79d4335" /><Relationship Type="http://schemas.openxmlformats.org/officeDocument/2006/relationships/notesSlide" Target="/ppt/notesSlides/notesSlide23.xml" Id="R2ad3ad605a4d4bb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20fa2c7534b39" /><Relationship Type="http://schemas.openxmlformats.org/officeDocument/2006/relationships/notesSlide" Target="/ppt/notesSlides/notesSlide24.xml" Id="R81b35b3bb9bc490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f63512a904fcf" /><Relationship Type="http://schemas.openxmlformats.org/officeDocument/2006/relationships/notesSlide" Target="/ppt/notesSlides/notesSlide25.xml" Id="R613ab7aef76549c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5081b6c5d47b1" /><Relationship Type="http://schemas.openxmlformats.org/officeDocument/2006/relationships/notesSlide" Target="/ppt/notesSlides/notesSlide26.xml" Id="Rdc42a7efde954cb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d2d3b899d4f52" /><Relationship Type="http://schemas.openxmlformats.org/officeDocument/2006/relationships/notesSlide" Target="/ppt/notesSlides/notesSlide27.xml" Id="Ra66ef3882a4f4c0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9e11bf0bb4d15" /><Relationship Type="http://schemas.openxmlformats.org/officeDocument/2006/relationships/notesSlide" Target="/ppt/notesSlides/notesSlide28.xml" Id="R89135fe0edfc41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e0fc5461f4b7e" /><Relationship Type="http://schemas.openxmlformats.org/officeDocument/2006/relationships/notesSlide" Target="/ppt/notesSlides/notesSlide29.xml" Id="R84f365cb4a3943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8aa7aba2d4e64" /><Relationship Type="http://schemas.openxmlformats.org/officeDocument/2006/relationships/notesSlide" Target="/ppt/notesSlides/notesSlide30.xml" Id="Rf99cf4f57847417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a4d71b4144318" /><Relationship Type="http://schemas.openxmlformats.org/officeDocument/2006/relationships/notesSlide" Target="/ppt/notesSlides/notesSlide31.xml" Id="Re51e2e8f34ed4a9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4761d0f69467f" /><Relationship Type="http://schemas.openxmlformats.org/officeDocument/2006/relationships/notesSlide" Target="/ppt/notesSlides/notesSlide32.xml" Id="Rc5722d5cab084fb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de879dd544ee5" /><Relationship Type="http://schemas.openxmlformats.org/officeDocument/2006/relationships/notesSlide" Target="/ppt/notesSlides/notesSlide33.xml" Id="R87cf11de1ad848b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fafb6fe494427" /><Relationship Type="http://schemas.openxmlformats.org/officeDocument/2006/relationships/notesSlide" Target="/ppt/notesSlides/notesSlide34.xml" Id="Rd3abb20c5b1848c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2fbbe5976446f" /><Relationship Type="http://schemas.openxmlformats.org/officeDocument/2006/relationships/notesSlide" Target="/ppt/notesSlides/notesSlide35.xml" Id="Rd3318ad34d674ea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7ffcf7ed64dc4" /><Relationship Type="http://schemas.openxmlformats.org/officeDocument/2006/relationships/notesSlide" Target="/ppt/notesSlides/notesSlide36.xml" Id="Ra87711c86c164f0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03011220f4541" /><Relationship Type="http://schemas.openxmlformats.org/officeDocument/2006/relationships/notesSlide" Target="/ppt/notesSlides/notesSlide37.xml" Id="Rbbb4525c2ae241b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e4a65d1ca455e" /><Relationship Type="http://schemas.openxmlformats.org/officeDocument/2006/relationships/notesSlide" Target="/ppt/notesSlides/notesSlide38.xml" Id="Rb6efc2aa6a1447a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6ebe0e166493a" /><Relationship Type="http://schemas.openxmlformats.org/officeDocument/2006/relationships/notesSlide" Target="/ppt/notesSlides/notesSlide39.xml" Id="R5a55747ae4614c0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3bb4af315439e" /><Relationship Type="http://schemas.openxmlformats.org/officeDocument/2006/relationships/notesSlide" Target="/ppt/notesSlides/notesSlide40.xml" Id="R3d0fae42404e432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0466df34241a2" /><Relationship Type="http://schemas.openxmlformats.org/officeDocument/2006/relationships/notesSlide" Target="/ppt/notesSlides/notesSlide41.xml" Id="Rcd0131188d8149b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e5cfe467b4c44" /><Relationship Type="http://schemas.openxmlformats.org/officeDocument/2006/relationships/notesSlide" Target="/ppt/notesSlides/notesSlide42.xml" Id="Rb934528eed114d6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c9f00524247f9" /><Relationship Type="http://schemas.openxmlformats.org/officeDocument/2006/relationships/notesSlide" Target="/ppt/notesSlides/notesSlide43.xml" Id="R827d68adde6e441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1cf3fc3ee4918" /><Relationship Type="http://schemas.openxmlformats.org/officeDocument/2006/relationships/notesSlide" Target="/ppt/notesSlides/notesSlide44.xml" Id="R8974aaab7e1940d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ceff7a84b4c09" /><Relationship Type="http://schemas.openxmlformats.org/officeDocument/2006/relationships/notesSlide" Target="/ppt/notesSlides/notesSlide45.xml" Id="Rb93c3b8eefc6408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0228bbd524e60" /><Relationship Type="http://schemas.openxmlformats.org/officeDocument/2006/relationships/notesSlide" Target="/ppt/notesSlides/notesSlide46.xml" Id="Ra6815dbe88784a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C85C58-0E77-4CD0-940D-0E719A5F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3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SOURCE CODE / ARCHITECTURE / GIT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86B0E-4016-4152-B3C4-8A7A9951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企业舆情风险智能体平台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6004C-F17E-4A7F-91A9-B5678EE3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8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源码与架构学习手册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88588-631B-4662-9941-8BA84BEE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CBD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2D8"/>
                </a:solidFill>
                <a:latin typeface="Microsoft YaHei"/>
                <a:ea typeface="Microsoft YaHei"/>
                <a:cs typeface="Microsoft YaHei"/>
              </a:rPr>
              <a:t>从一次请求出发，理解 LangGraph、Multi-Agent、Memory、MCP、RAG 与 Observability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03C7A-B94A-44DD-A7F2-EF57EB64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0957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46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05CD2-8AEB-45A4-86C4-14017C20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5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0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代码基线  origin/main @ 12e2f0e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D033E-C4B5-44EB-AD08-16F227F0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9CA7B2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9CA7B2"/>
                </a:solidFill>
                <a:latin typeface="Consolas"/>
                <a:ea typeface="Consolas"/>
                <a:cs typeface="Consolas"/>
              </a:rPr>
              <a:t>46 slides · 2026-09-22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349DD-CB78-4723-9F06-B8FFE9E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D1B9E-F7F9-4D47-A7C0-BDC1336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43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FA492-06EA-4A7B-8E6A-CB924318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815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9AD76-9D15-4F93-833C-024E93C4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43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C37CE-CE46-4E8A-A1AC-0E42BAB2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815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D982B-D96B-4432-BF08-F12690EB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43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079BE-F825-42E4-A8BE-0609BCC1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3815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33912-3A9F-4232-8A16-47CD8337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543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B17A6-937A-473F-B3EA-9472750E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01E52-3E59-45B6-8391-F344FF1A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E2E5D-4A92-4400-8D09-2F2BF011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BB6B1-FC24-41B6-8480-A314D7AB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816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8CE75-B47D-4F57-BA9C-2DE1D419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197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75C28-AA26-45AD-A4BC-5DD57F4E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816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165EF-2D45-48D8-BFA2-B994FC72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219700"/>
            <a:ext cx="609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4288">
            <a:solidFill>
              <a:srgbClr val="3B44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A66FA-45DF-4915-9921-BC4BC06B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816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2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670197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BA0C2-EAE4-42F2-8648-08189FE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00 /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64597-78E7-415E-8C6B-83874001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阅读基线与事实边界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E3B02-E92F-4FC5-99C0-06F03589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9F5B7-2E48-4314-965D-4E2E69BA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git branch -a -vv; git diff HEAD origin/main; langgraph.json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09943-DB94-4C3C-9A04-40F17781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D4DBE-A90C-47B4-A595-2D93FA0A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默认主分支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022CF-1714-4C2D-8C0D-B7462447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origin/main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C3E9F-EABC-4A07-ABF3-C2719089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12e2f0e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E93B3-F875-4F37-9205-4E1C630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142875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CB2BB-AEB2-4033-B6D2-DC4D05F1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当前工作树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3A4D5-AD50-4677-8255-C497A486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6572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FBF40-3467-4BA5-8091-18FAC46D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D17F4-0F2B-42AC-82F0-AC930003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24075"/>
            <a:ext cx="6172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HEAD     41f180b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branch   codex/retire-legacy-package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diff     HEAD..origin/main = empty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5A82B-ED7E-4EEF-B9C1-6AE5E6AD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状态标签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FB466-021F-4549-AB7F-F0BE318C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14287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14E06-4EE6-4BEE-91BD-676F4590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29075"/>
            <a:ext cx="1276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2584C-CCAC-4294-9786-ECAAE603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719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生产路径可达，代码与测试均有证据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49870-80AB-4E65-89A3-AB5CDF37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14287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D0174-12CE-4F53-BF98-C806AF1A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05325"/>
            <a:ext cx="1276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28DC3-2263-4A56-B4B0-790999C7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481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实现存在，但需要配置或外部基础设施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78CDF-85B9-40AC-8C66-CF3D5E46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33950"/>
            <a:ext cx="14287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E79B5-B0B8-467A-9A50-0B334072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81575"/>
            <a:ext cx="1276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NOT WIRED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1C7D9-14E1-4F24-82A8-68B1CAF7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24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仅测试、文档或残留命名，不在生产默认图</a:t>
            </a:r>
          </a:p>
        </p:txBody>
      </p:sp>
    </p:spTree>
    <p:extLst>
      <p:ext uri="{BB962C8B-B14F-4D97-AF65-F5344CB8AC3E}">
        <p14:creationId xmlns:p14="http://schemas.microsoft.com/office/powerpoint/2010/main" val="1587542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1F117-696E-40A3-A58A-801074B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1D6A1-4B8F-42E8-99A0-909FB635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系统解决的业务问题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CC550-97A7-4736-AD43-2456EF7A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92E99-690E-4628-8BDC-B16B3CC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public_opinion_agents/*.py; data/knowledge/public_opinion/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9CC72-C10A-497B-A012-626A6452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C37A7-42B2-4956-9EAD-8BCAC0A7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企业面对的不是“搜到多少网页”，而是能否把公开信号与内部事实对齐，并形成可审计的风险判断和应对方案。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CD15C-1F19-4E78-A616-AC8F9A29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00025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AF1AF-FB0A-4049-AD18-C3F5393F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81325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研究请求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C25BD-FE29-482D-B4F0-F10BFF93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276600"/>
            <a:ext cx="1771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组织 / 产品 / 事件 / 地域 / 时间窗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0D6F0-D521-4A30-A584-295A6E97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09550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86220-82AE-4476-9AD8-54C48827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813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双源证据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90141-C906-4DB8-9C06-38678ADF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76600"/>
            <a:ext cx="1866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公开信号 + 内部知识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B0139-EE83-472E-B35A-99B549BA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57500"/>
            <a:ext cx="209550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F7E8D-4F46-4C7F-8D1A-9EE17281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813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88598-115D-4A50-A2A7-9704BF1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76600"/>
            <a:ext cx="1866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claim status + risk register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0192A-F6B2-4352-9265-D7274857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57500"/>
            <a:ext cx="209550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E9205-C504-4B97-AA6E-02F46A7E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813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响应输出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3882F-546D-4690-B860-438E19D4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76600"/>
            <a:ext cx="1866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posture / FAQ / action / monitoring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B75F1-6FAB-4726-B8AB-EAF3302B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核心约束：区分事实、指控、传言、解释和建议；保留来源与不确定性。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02CEC-C507-4524-8B29-120DBEB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3405188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9C51C-2A94-4BFD-AF9B-6966AD81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90900" y="3362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A4887-3587-4EE1-88C8-8B471001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72125" y="3405188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9C847-53FF-48FF-A78E-0652326B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53150" y="3362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6A873-C0E6-425F-8B2C-EE4B793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3405188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431805-3BEC-4CE3-A1D4-DA7CC580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15400" y="3362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58293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C0CE35-0105-4DE3-A501-A6901D1E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26015-D2FF-419C-94B7-3AB4EA1C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运行入口与技术栈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4E830-8CBD-4C50-B68B-1F75B193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383B6-0C35-4720-97DE-779998D9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pyproject.toml; langgraph.json; src/open_deep_research/web/server.py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ED17E-85A6-439D-A30C-324D02B7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6A9A2-0F44-402C-B12C-E65F5DD9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4000500" cy="40957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D5F98-9A04-43AF-A228-2B78A260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57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3FBF1-E6E4-4EAF-AA6B-CBA2BC18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6004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LangGraph API / Studio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langgraph.json → deep_researcher()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FastAPI Web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POST /api/research → graph.astream()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Console scripts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deep-research-web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social-media-mcp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apify-social-api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8D414-5846-4378-9F73-7D46AD62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763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A3F95-67B9-4AD2-8328-38777AA9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763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LangGraph ≥ 0.5.4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1779A-2565-49EE-A0BA-E84A781E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1866900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02418-72BF-4220-8F42-E40AB304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193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Agent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C5DA6-8679-4BB3-AD7F-9CC2AA66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19300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LangChain Core 1.2.x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B683A-C341-471F-A74F-73C78C42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2409825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CA184-98E6-4EEB-B6E4-327F7E6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622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Models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D9E89-F2C3-49A4-B002-B50A92DC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622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OpenAI / Anthropic / DeepSeek / Google / Groq / AWS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7CF32-CED8-46AB-BF94-16B9199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2952750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A2BD2-CBA3-4657-A5C3-A616850A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DEF3F-918F-4A0C-9544-B5C01554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05150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Tavily + native search + local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6F70A-3668-4C05-B244-8C39EA4A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3495675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1C9F8-8EE8-4CB9-B012-4638F8F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480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B3623-9D77-4592-B27B-4788BB0D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480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Milvus / FAISS / Chroma / MySQL / Neo4j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EFB33-AD17-4C96-9B55-4A740FDA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4038600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C8CD4-4CE5-401D-A0EF-B007BA41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Protocol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A4877-CFA8-4FD4-81B4-B46869C9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91000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MCP adapters + MCP 1.9+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726E6-4C8A-4916-B884-79A2CB18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4581525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89403E-7546-489E-9008-356B9D15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339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Web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3DF9F-9AA8-459E-AEB9-598DB2AC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33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FastAPI + SSE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17F39-4C72-4557-B9E0-FE991451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5124450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7BF3F-95FD-4798-B2F7-B470D8FE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768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94126-92E4-4CE6-930E-CE126394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76850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LangSmith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162FA4-37AB-47E0-A850-C5E3E748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5667375"/>
            <a:ext cx="604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6410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7C2A8-FDC1-4282-8268-647C4D32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06D78-E25C-4ECC-BBA2-C275AA87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当前目录地图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DC187-D8BF-48C9-9AF9-1340B110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8AA5C-5F74-4FE0-A77B-B5A71211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rg --files src/open_deep_research; README.md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08FD8-034D-4166-B862-A66C18F9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0011F-89AC-4B4C-8AA4-080449E0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542925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4FDF6-750F-46E9-80FE-5DC7FBAD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57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27162-9EE1-46A8-8AB6-4C48C3F3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50292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src/open_deep_research/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deep_researcher.py   # 主图与舆情子图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state.py             # 五域 State + reducers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runtime/             # 共享 AgentRuntime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public_opinion_agents/ # 四个角色合同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research_graph/      # 每次 run 的证据图与工作区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rag/                 # 知识库索引与检索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memory/              # MySQL 长期记忆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mcp/                 # 多 Server 工具接入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observability/       # LangSmith 边界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├─ social_media/        # 进程内社媒工具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└─ web/                 # FastAPI + 静态前端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ACA27-D74A-403D-A7BB-34BAC1EA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先读 deep_researcher.py：图是什么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再读 state.py：数据怎样合并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接着读 runtime/：Agent 怎样循环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按问题进入 mcp/、rag/、memory/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README 的 skills/ 目录当前不存在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773AA-0838-41C9-A080-6DB1350F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44767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C2231-F3B3-4921-ABC6-A4F66118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5302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5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目录名只是线索；PPT 中的结论都回到调用关系与测试验证。</a:t>
            </a:r>
          </a:p>
        </p:txBody>
      </p:sp>
    </p:spTree>
    <p:extLst>
      <p:ext uri="{BB962C8B-B14F-4D97-AF65-F5344CB8AC3E}">
        <p14:creationId xmlns:p14="http://schemas.microsoft.com/office/powerpoint/2010/main" val="526827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3EFC95-E23B-4A16-8213-77711493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5DFFA-8E7F-4CE8-BD7E-7CD91DFF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当前总体架构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9265A-F420-4A18-A481-11D2598A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3247C-19D7-42B1-A43F-AFD18964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deep_researcher.py; runtime/business_agent.py; utils.py; rag/service.py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2BD1B-1B61-4D5F-935D-C0C93513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C41A1-8476-4920-8149-722339D9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52400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B7D3E-05F8-4D52-B21D-3B7AB272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D0C3F-CDDB-47BB-ADB4-7465C7E2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Studio /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C0A3F-D8F2-4CC5-984E-806C9CCB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81125"/>
            <a:ext cx="1905000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8DAE0-F389-405D-B9B0-03D97B7E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049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主 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75341-E349-4E0C-A244-EB8BB0C3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00225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plan → research →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6FF54-22D0-4D78-836D-BF0592E2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33500"/>
            <a:ext cx="2476500" cy="1143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6373F-7F36-4BE5-B431-25200798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57325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舆情子图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5318D-96E8-4F18-B774-9F9599C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52600"/>
            <a:ext cx="2247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parallel → review → risk →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97901-DB6C-438B-B41B-948353A3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905000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10D30-DA09-460B-A108-B1400BF2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5FD37-64C5-40EB-9893-049C87A6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86225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web / RAG / social / 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B0719-57C3-4851-8C8B-4CBD453F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67125"/>
            <a:ext cx="1905000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D55A3-E678-4388-8A53-77E063D3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909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Context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B434B-5D3B-4384-88E7-1F4864FE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86225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 / Config / Workspace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AF774-A146-47C4-9575-97956EB8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67125"/>
            <a:ext cx="1905000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FEED4-39F8-4373-9F87-B83D10D9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Data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A8F82-45EC-4A35-819C-ADE01AC6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86225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Milvus / MySQL / Neo4j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21A316-C5B8-46FF-BC39-596ED2D0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1905000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1817AF-DEE1-43FB-8219-06BCB507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Observability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366FD-664A-4293-B28C-77E1E290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86225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LangSmith / budget.py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2251C-9A39-4841-80C8-7D568A98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可选能力：RAG、MCP、Research Graph、MySQL Memory、LangSmith 均由配置启用。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5B1D75-D433-47E4-A777-C0AF963C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76450" y="19050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A47E19-2B1B-4E21-A9F6-5E357062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86025" y="18621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CF3716-8495-4B45-9563-E68F3A0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6750" y="19050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851EE9-7B48-43A1-B532-C5C627EA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14900" y="18621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CA8D6D-5560-439A-BE4C-97BDD22B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8875" y="24765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0D5FA3-2D88-49D4-AC22-27AE05F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306705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BD56F-0B80-4E3B-8EBD-D4B8ADA8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3067050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FD8268-D339-4542-B93E-B0E30794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766888" y="35814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5181E8-8794-4A19-8CDB-77B2A445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81500" y="3067050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7EC399-7114-48EF-A20C-2DD7813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338638" y="35814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A4BA3-07A9-4EA1-8F48-166A3088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53250" y="3067050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49ECC6-B477-4954-8957-C96AF03E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910388" y="35814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474E72-D399-4968-B699-4C51781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0" y="3067050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FE612B-703F-4AAF-9503-8F9260A1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482138" y="35814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77875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38C96B-72D2-44CC-9516-2F655806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9EC25-B386-4BF1-BA1F-3DB797B5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一次请求的鸟瞰流程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DE0B4-8CCF-4AF3-9B9D-DDF8461E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F0653-6598-49FE-A1B9-FC31A9D3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web/server.py:research; deep_researcher.py; runtime/agent_runtime.py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4FB3E-A704-4DE6-8737-E14158E5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0AD9F-488D-4F94-A7CE-B0468410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81250"/>
            <a:ext cx="1381125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24148-E3A0-40FA-A618-342EAF0F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050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481A8-83D3-4437-A56E-33C26B02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800350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topic + config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DBD04-4EDA-4142-B1F2-6AD5AF9E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1381125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C800D-FBFC-45D9-9D97-C9466290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050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A95E1-C091-488C-B8CA-C9128ED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brief + sections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DCE6B-7D0A-411D-A1AA-3E043641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1381125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C301B-6165-45FF-8420-BD1B6491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050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A0826-61E9-4EEF-ADA7-3DD94BC2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00350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4 roles +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BAA9B-B360-48A0-9833-C5B530DD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381125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11F4F-9B0D-436F-9308-515342F6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050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1737D-8AC1-43EE-8F64-F01AF70C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0350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LLM ↔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457CB-9A55-48E9-9E8D-907393E3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381125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84689-9FB3-4648-B20A-084BF7CB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050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Merge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3EBB6-92C5-4709-8FCD-2FD80E6A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00350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reducers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0A66F-2A43-434C-B9B6-3BDBE993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381125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203A9-FAFB-44B8-B8AD-5F77FA01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050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Write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0084E5-15C3-4CF2-A5BC-9D1C411B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0350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sections +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467BB1-1EDE-424A-88AD-8CEB5E37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81250"/>
            <a:ext cx="1381125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CD5557-03ED-4E62-A593-8C3F69D5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0507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Stream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6D2584-0A8E-4088-978A-D6007304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800350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report + usage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8A0E2A-E7C8-4CBA-B3B8-5F226F43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每一步都能映射到函数和 State patch；没有隐藏的“自动 AgentExecutor”。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5BFCC-51EF-4E39-8B58-D14E4D61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9525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1078D1-5E28-4C32-BBF9-FE534083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25D43F-7232-497C-8993-BA539914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72075"/>
            <a:ext cx="912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HumanMessage → DeepResearchState → AgentSpec → tool_calls → ToolMessage → reducers → report.final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CA9061-8658-4480-8F2F-7C71CA3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2857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293A36-1A64-4ADD-99EF-EDB56F89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14525" y="28146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803059-D306-47F6-8C6A-F0204AA6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81375" y="2857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8CFB15-C37C-4FA3-9B20-BA1CA572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81400" y="28146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897F2F-8144-47EC-843D-5BD27A0F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8250" y="2857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98243A-DAE0-45FA-BA5C-018D407D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48275" y="28146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7D4B77-BBF3-442F-A47E-DB0DBD0C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15125" y="2857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E0A5E9-1CB9-46DE-8B2C-EA0408D4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15150" y="28146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1E3700-7606-489D-ABBE-118DDC9D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82000" y="2857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432720-FB02-4A86-9997-9ABEDEDE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82025" y="28146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E96597-20EF-4F37-A331-73EC9F08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48875" y="2857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F9078C-CA15-4569-AFBC-65B6F7FB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48900" y="28146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38089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6924A-16E8-4950-BF22-B3D91746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62625-B485-4987-99A5-61C6B3DB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项目全貌学习检查点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24265-CB84-44EE-BE95-77278744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E683F-9B6D-4D70-ADF6-4CDED777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Slides 2–7; source index in docs/project-learning/sources.md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F267F-7FEE-431F-8A87-E7EB05BC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FEB23-AC9B-4777-89BF-6B1443B4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1F04B-8F2A-462B-AE32-54A95F38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AA71E-9F56-466E-A379-3256B309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90413-516E-4FA0-8845-585A0C6D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默认主分支、当前 HEAD 和真实入口分别是什么？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CA21A-1B64-4DE6-BEC1-33FFEDD3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8F2EF-E6CD-4854-A41E-F7D19855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A87F2-3258-4EA7-A1A8-1DC5BB9B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 Graph 与舆情子图如何嵌套？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BD2C5-4756-4B24-9E0D-89038A8A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EDFAA-9053-4EC6-9F0C-A6616816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F2736-D619-43C4-9A0C-9A49F222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哪些基础设施默认启用，哪些必须显式配置？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386EC-C5D5-4F71-8058-8EAADE59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C08C5-C373-419E-8592-4CE84B07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6AAEB-56AA-4664-8E7A-3E70C235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目录中哪个模块负责流程，哪个模块负责 Agent 循环？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6FA81-89CD-402A-843D-999144D1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5D0CB-B84C-42C7-BBF6-1BDF7027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D4C85-9855-478A-8571-F3AFC59E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系统的业务产出为什么不等同于搜索摘要？</a:t>
            </a:r>
          </a:p>
        </p:txBody>
      </p:sp>
    </p:spTree>
    <p:extLst>
      <p:ext uri="{BB962C8B-B14F-4D97-AF65-F5344CB8AC3E}">
        <p14:creationId xmlns:p14="http://schemas.microsoft.com/office/powerpoint/2010/main" val="11667646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D420B-296E-45F4-B3AE-EF906069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8913C-9D78-49D6-A84E-51F70564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两条外部调用入口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7213D-5293-4293-9FBD-B8C97A18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73178-19A7-449D-B288-762E5D47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langgraph.json; web/server.py:research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92F14-26C8-4597-BCF8-2AA5D8C4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3FC5C-287C-4880-9D55-4EFF05C6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LangGraph API / 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1826A-2DAE-4F02-832A-E9F0A467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8B4D3-423A-4095-AB18-94D787BF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188B9-3188-4376-B0FF-C3D2254D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43624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graphs["Deep Researcher"]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= deep_researcher.py:deep_researcher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graph = factory(config)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await graph.ainvoke(input, config)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51C45-E690-42E5-AF05-75085F3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FastAPI 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61A9A-C6CE-4400-AFD7-F8F2B513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FD3B9-BA9B-4877-80DA-07802DF0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183D5-074C-45D0-815A-1AB1C254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24075"/>
            <a:ext cx="43624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POST /api/research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create thread_id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config["configurable"]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graph.astream(..., "updates")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SSE status / stream / report / usage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6FE8B-07AB-469E-A336-6F5CDE8E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两条入口最终都调用同一个原生 Pregel；Web 入口额外负责校验、并发限制、SSE 和使用量回传。</a:t>
            </a:r>
          </a:p>
        </p:txBody>
      </p:sp>
    </p:spTree>
    <p:extLst>
      <p:ext uri="{BB962C8B-B14F-4D97-AF65-F5344CB8AC3E}">
        <p14:creationId xmlns:p14="http://schemas.microsoft.com/office/powerpoint/2010/main" val="18825297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8962D-2AC9-4183-A37B-B109A73B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FE3C1-47F4-46FF-967E-9A2E3B6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主 Graph 的创建与编译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1B7A6-9582-49E4-815C-7D50698F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B225F-F1CA-4878-B5D8-05F83926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deep_researcher.py:_create_deep_researcher_builder; deep_researcher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A9F14-721C-4BDB-AE19-EE6E68A9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B2EE7-99B5-46B5-AF0E-6C2463E3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72B7F-D7D6-476A-BE38-5A35CBE9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F6116-73FE-4724-9020-C30C6A61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43075"/>
            <a:ext cx="44577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builder = StateGraph(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DeepResearchState,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input=AgentInputState,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config_schema=Configuration,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return builder.compile(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name="public_opinion_research"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EC274-481B-4438-BBA4-18836B17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模块加载时保留 deep_researcher_builder，供测试和工具使用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导出的 deep_researcher 是 factory，每次调用重新 compile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config 参数不直接注入 factory；节点从 RunnableConfig 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生产 compile 没有传 checkpointer 或 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2C708-9122-408A-82C3-AF8D680E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4953000" cy="52387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DC671-3895-403A-BC62-6A0AF2AC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00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3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可打断点：_create_deep_researcher_builder() → deep_researcher()</a:t>
            </a:r>
          </a:p>
        </p:txBody>
      </p:sp>
    </p:spTree>
    <p:extLst>
      <p:ext uri="{BB962C8B-B14F-4D97-AF65-F5344CB8AC3E}">
        <p14:creationId xmlns:p14="http://schemas.microsoft.com/office/powerpoint/2010/main" val="18754139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25963-61F8-4A38-B0D1-37BEEB6F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0E986-D6EE-4354-9F3A-F65567DC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State 的五个所有权域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91599-A03D-4DBA-8C0F-74DEFD73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800DC-86C6-421F-91A6-BD43987E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state.py:DeepResearchState; state.py:*_reducer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9957A-543C-457A-9A1C-1E8DA69C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08E0C-E75E-4310-8B14-1B981187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7B3D7-D9A8-438F-9782-53D63A5D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33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CE39E-9297-40AD-B309-DBC468A0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LangGraph native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EDAFE-EAE1-48E0-A3A9-0707D437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对话与最终 AIMessage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8612C-2DC6-4ECA-A81A-3C352D14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C0814-3C8F-4B47-9F1F-A7D5B98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33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4B36E-9E08-46FF-9F08-9436DA4D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brief / round / review /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E30DD-DB52-45BE-A155-51DEB790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流程控制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EC764-EBF5-4EFC-B518-8259C9B2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9B994-C192-4D62-96B5-79C1BB67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33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68435-49BC-48A5-8BC1-9D5E8732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role report / memory /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6FBE0-67D2-4D49-B58D-87764749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按角色合并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35AFC-8C17-42B1-AF52-E057FC26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88BFD-7562-4A45-A61D-521FE158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1E2BA-A2F4-4B0B-BB85-63C73B18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run_id / working_contexts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ED002-B451-4158-8DCB-A79C309D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研究图上下文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41294-C8AA-4A31-A74E-B89D8384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84D76-182F-4048-B2D2-2A6450B0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182982-19C4-4991-89A8-8F0EC670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4337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sections / completed / final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CFF02-0577-46F4-8108-69DF0A1F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写作产物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1C0342-33F9-4965-BA29-89E7EB18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3333750" cy="1476375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D04BC-7DBC-4A98-8D85-5E231212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runtime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5C8C76-914D-4BDB-943C-56638265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43375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budget / metrics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B9E6E2-1D40-40DE-88C1-D6D1FB6C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72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累计运行数据</a:t>
            </a:r>
          </a:p>
        </p:txBody>
      </p:sp>
    </p:spTree>
    <p:extLst>
      <p:ext uri="{BB962C8B-B14F-4D97-AF65-F5344CB8AC3E}">
        <p14:creationId xmlns:p14="http://schemas.microsoft.com/office/powerpoint/2010/main" val="3782433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A7CBD1-AEB0-42E4-9C9A-0C0A9F2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95D5A-FE83-4662-B29D-60ED9642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 LangGraph 节点与边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595A2-5B06-4BD2-83E6-2D23B4B6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14A50-A063-4C21-A6E3-A6B0FE98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deep_researcher.py:1562–1640; public_opinion_builder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52D7D-5CF9-41C6-85B7-152CC8D6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5FAEC-26D4-44CD-9031-F92370B7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66875"/>
            <a:ext cx="1381125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40E07-175D-46CB-88DC-3B4BBEAF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enrich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8114B-B487-4FF6-BCEA-1497DC5F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859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query images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10A3A-E0E4-4C4E-ACE6-DDD4AF11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66875"/>
            <a:ext cx="1381125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D939F-8D50-479E-BF35-E1E63B7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90700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clarify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A9BCA-5A40-4F42-BEF7-036018D9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859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Command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BE397-6F8A-44C1-93FB-7C07CD88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142875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51B69-BB4B-44E3-B81E-6575F915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907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CB630-198B-4102-8B68-722B26B5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85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structured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48626-AEA5-4942-BCCD-372FC86D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66875"/>
            <a:ext cx="142875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48967-8582-46D7-A2C4-D5010D48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7907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A256C-191C-40F9-AC27-EBA97F0F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85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interrupt?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86A5B-5184-491C-8B5D-3DC9E56A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71625"/>
            <a:ext cx="200025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5CEF8-91D3-49CD-B7B2-D121FE38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954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research_phase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9C849-AD76-4167-8E1C-DB0949EE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90725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subgraph.ainvoke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F6A3D-509E-4C67-99A4-5DB3E2B7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66875"/>
            <a:ext cx="152400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7220CB-448F-4D51-B725-8B9D4EFA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9070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writers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0F0C7-04F2-4B7F-B55D-446AC637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859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3 nodes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0BCA81-AD0F-4B06-B0F9-6FE9AB15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1714500" cy="809625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F03787-2276-4028-A4F2-96122DB6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29075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public_signal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ACEDA-86BB-4198-9A19-1DAE580B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24350"/>
            <a:ext cx="1485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START fan-out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2332FD-6CF7-4407-BB0A-4618ACFA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714500" cy="809625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6D374-B710-478C-A33A-D51DFBF4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76825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internal_knowledge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996D6D-D03B-4731-BEF5-D24EBFD0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72100"/>
            <a:ext cx="1485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START fan-out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732C15-F9F9-4A20-A96A-0D50FB60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29125"/>
            <a:ext cx="1619250" cy="809625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750F25-8CAA-4384-871E-B5E564A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552950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research_review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478846-B89A-497C-8E8E-F232F567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848225"/>
            <a:ext cx="1390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conditional Send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1F5EB8-F120-4FD4-B2E5-2261ACE7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29125"/>
            <a:ext cx="1714500" cy="809625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49562C-F955-4764-9B20-33239A43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529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risk_assessment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7FF0B2-6CEC-4282-9A72-FD1D50A8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48225"/>
            <a:ext cx="1485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serial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86C220-72AF-4B63-A957-52B8690D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29125"/>
            <a:ext cx="1714500" cy="809625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CDC3AA-BD28-4914-ABAD-66677602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5295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response_strategy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F211D3-DE64-41DE-B46C-42DF349E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48225"/>
            <a:ext cx="1485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785CF2-AE4C-46CB-B3E7-204D94FE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62125" y="20478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685055-A8ED-435B-9133-F580A72A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09775" y="2005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146FA7-22A3-47AF-8178-4AE204EB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6625" y="20478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A78B4D-5E92-4A89-B164-BF0FB5E5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24275" y="2005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C43BDE-4102-4466-9167-DB5F1431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20478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597636-C86C-4A3B-9BC6-3740C19B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6400" y="2005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D3642B-915F-4F57-9269-B4614CBD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20478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63C6D0-DDD6-4E91-92CD-4D6ABAEA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48525" y="2005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465BC9-560A-4E62-8E53-59604AB4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20478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C45E3A-53A1-4C3D-B386-EC4E46AE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29775" y="2005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3FAEEE-E909-457D-B490-B495AC3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43053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8510CF-5BF2-4F63-89F2-A8F15ABE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43053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7471AC-B91B-4A01-85A7-C1037556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46196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A019C3-AB71-407B-B629-42BC9DA6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48150" y="45767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130B45-8B55-4735-A26B-D2FA401F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53530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21E2EC-1179-4271-AFD4-BE6BB6FE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95750" y="50482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4B2756-4217-4681-B802-B3FA7AF0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5750" y="50482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BAD94D-807B-4009-85CB-27619A14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48150" y="50053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F20BBF-76B5-4AD6-A530-19E993B4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3125" y="4833938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DC7775D-6B58-41F4-819C-95262CE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72275" y="47910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DFE748-9A3C-458C-AF86-CF8DA1D3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4833938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E37F32-30D0-4DFC-A758-CB5E81F4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4025" y="47910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3E58949-6B27-483A-8EDE-F77D44AD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43500" y="366712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CEABE6-BFF6-4B3E-9D33-295744E9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571750" y="36671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F2FBD80-68AB-4BA8-9375-EB87DFC7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71750" y="366712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31FBE37-D0A8-4DB0-9F77-4DD2516D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28888" y="38195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1096A6C-FFFE-4634-933A-9EE56B5E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52387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4C3D4EB-708D-4BB0-817D-259BB612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571750" y="60007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337ADB1-16A6-44E2-8063-4CDC06E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71750" y="576262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5B2B01-A9A3-4059-9ABD-87A34C3B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8888" y="57626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81990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A61084-8582-43D6-94CC-B2C1A104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FE077-3EC6-48D5-A28A-35B92AC9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一次请求的完整调用链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D302E-8D42-4451-971D-E8EDD136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9C730-383B-4DBD-8E6E-BE907A7F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web/server.py; deep_researcher.py; runtime/business_agent.py; runtime/agent_runtime.py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0EB32-D608-425A-81D0-D06BEB76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E6B76-8B04-4AD2-BB2F-C24ECF38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7F366-C928-45E3-9948-D6366998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33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09891-1737-4B4D-A6DF-5D931A92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0495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52CCF-B07E-403B-8D58-22335758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F876A-CCC4-4CDF-82DA-79DEA378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F4EF4-53AE-4B81-9D56-A93A0019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61BE6-7A4A-4A3E-990F-10788779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server.research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9866C-E094-4C58-AD6C-F9BBE8E1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2714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D36FD-083B-4DA6-870C-A7AE05C7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D9EDD-C1EE-46E2-850D-76C160BE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E6B32-1BB3-4115-87F4-AFCA6D15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graph.astream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06CD5-BA27-4F02-9CAE-098C79BB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3495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45071-711B-4AF7-A710-F43017CB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241A2-9C7C-42F6-A5BD-9119C1C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0E720-3F70-4656-82F8-AE056308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write_research_brief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37DE9-3323-40D2-861B-E4D7A807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42767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800D2-FA84-44AA-B661-5EADFF9B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4E764-816B-4F0C-839C-10784927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CB05A-F3EF-48BB-B496-6937E240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plan_report_sections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CBB89-1942-4B69-ABB2-28682BA8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5057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2CD01-2EBF-40A6-BA28-56169616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8AF74F-45C6-4019-8235-668D1908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7879F-5933-4377-9BA3-64880C4C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020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research_phase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C92979-4E82-4273-929E-70ABD2DE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66849-BEA7-4BA0-8D85-946B7068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33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7D8897-8B6C-4984-9367-C541DB5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0495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run_business_agent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26A90F-6C01-4785-A113-F2BDE8EA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24650" y="19335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CF5EFA-5FAB-457D-9E27-1FAEA5C3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6217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1FEEB4-D1B0-40B4-94D0-08811D1C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145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6E312C-DAE7-40A3-8285-19F66E7A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AgentRuntime.run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4CA1F3-B28C-4A44-A5D9-E8058F80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24650" y="27146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D19B07-18CD-4E7B-BCBB-9F0142BB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4322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78A791-EDB4-4663-B7B7-5344C79B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95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61E632-82E2-4174-BCDB-69E94173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6705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tool.ainvoke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281ACA-C40B-4B97-9E1C-B057EA7C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24650" y="34956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FBCE47-33DE-4CB1-9CBF-C61D7DC6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2427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03221F-34C9-426B-B010-B5AE9EDC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76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3DE0E4-58DB-42AE-BDB5-CA2343F9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4810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state reducers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3F707A-D3A1-4B36-8636-66606793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24650" y="427672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46B30F-94E3-4916-8E65-32027D2B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0532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19C24D-E45A-434F-AAD2-B306A6FE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577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6AF8BD-C05B-4735-8AA2-7653E527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section_writer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1F9530-BF4E-4004-9476-91D08498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24650" y="50577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2E90E4-94D8-42FE-A9FB-4936A157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86375"/>
            <a:ext cx="47625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0721A6-62D6-4978-A2B5-19E76317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38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EE90C1-714B-41A4-8121-D65D3A8A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10200"/>
            <a:ext cx="3952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compile_final_report</a:t>
            </a:r>
          </a:p>
        </p:txBody>
      </p:sp>
    </p:spTree>
    <p:extLst>
      <p:ext uri="{BB962C8B-B14F-4D97-AF65-F5344CB8AC3E}">
        <p14:creationId xmlns:p14="http://schemas.microsoft.com/office/powerpoint/2010/main" val="16448204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D45C6-1350-45BD-B8FE-69154553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7CB0B-543C-488F-ADE5-CD8F5149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RunnableConfig 的来源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1BFD6-E891-4CCF-B7EB-EEAF049F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ABEFF-FBAE-4EE5-BA24-C2498E8F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web/server.py:research; configuration.py:Configuration.from_runnable_config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A8EC4-7F41-4CA7-A698-EFB08D20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08C00-A675-4AD0-8985-793CCD8C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334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97DC6-F591-4974-B3DB-23BDACBC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71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E71AD-963E-4858-A695-32C4B6B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49339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config = {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"configurable": {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"thread_id": uuid4(),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"research_model": request.model,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"search_api": request.search_api,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"rag_enabled": request.rag_enabled,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"retrieval_mode": "hybrid" | "web_only",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...mode_limits,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},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"metadata": correlation_metadata(...),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DB695-940C-48C1-ADB0-CE8F72C7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19250"/>
            <a:ext cx="4667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调用方创建 config；LangGraph 逐节点透传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节点统一调用 Configuration.from_runnable_config(config)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模型 API key、tool 配置和预算阈值也从同一对象读取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metadata 只承载有界关联标识，不写进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Graph factory 的 config 参数被丢弃，避免双入口语义</a:t>
            </a:r>
          </a:p>
        </p:txBody>
      </p:sp>
    </p:spTree>
    <p:extLst>
      <p:ext uri="{BB962C8B-B14F-4D97-AF65-F5344CB8AC3E}">
        <p14:creationId xmlns:p14="http://schemas.microsoft.com/office/powerpoint/2010/main" val="12893696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3282B-4C10-4BA6-92DF-EF1D9170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BE983-1DC8-41D8-9879-F2A5708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thread_id、user_id 与 research_run_id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57AAF-02ED-4B66-830A-D0785B83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4CCF2-B5E4-4A83-81ED-79A442C4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memory/context.py; workflow/state_utils.py:resolve_research_run_id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FD0EB-987D-488C-AB48-A2E33AFB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AFF5C-6788-48C1-B4F8-A2077CB6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266700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8E103-D330-42FA-AF6D-F249BE2C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859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thread_id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31263-4694-4971-81C9-AC723FB3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81225"/>
            <a:ext cx="2438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LangGraph conversation / resume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F1BC5-2A64-4682-95FA-90BD4D1A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266700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B6CE4-6DE5-4FAF-8F48-EFFDAADB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859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user_id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04A8D-94F8-4C2A-A0B2-C1BF74C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81225"/>
            <a:ext cx="2438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跨 conversation 的用户范围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054DF-CD3C-4678-83EB-40A6FAA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62125"/>
            <a:ext cx="266700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78905-C1D2-460F-B75A-A4D3CFC2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85950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research_run_id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7B663-970E-4AD1-9031-34920643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81225"/>
            <a:ext cx="2438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一次研究与 Research Graph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C7953-6FAD-49F0-AF68-4B363942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7AE11-DF31-401D-89EE-A1DE40CB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Web 每次请求生成 thread_id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Studio / API 可由调用方传入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conversation_id 优先于 thread_id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81B0B-0EEE-48AB-865C-05EC5DA0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来源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F8359-7319-4CA2-9A3B-577480C4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configurable.user_id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metadata.user_id / owner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可为空，不伪造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95BC2-8A89-40DE-AFB7-88874301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33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72767-733A-414D-BBC8-FFA15179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671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State / config / metadata 解析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用于图节点与 transcript 隔离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不同 run 不共享证据图</a:t>
            </a:r>
          </a:p>
        </p:txBody>
      </p:sp>
    </p:spTree>
    <p:extLst>
      <p:ext uri="{BB962C8B-B14F-4D97-AF65-F5344CB8AC3E}">
        <p14:creationId xmlns:p14="http://schemas.microsoft.com/office/powerpoint/2010/main" val="482527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BFB083-2D33-4E40-B049-5EC0FF29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9914E-A2CD-4DE3-B4BC-50EC63EC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断点式源码追踪路线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058E2-02B8-404A-92E8-151F0209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111A5-58CA-44F1-BDDE-3F35AAB2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langgraph.json; core source files listed below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4F1BC-1419-45EC-8062-36D4B464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9F87D-D2C3-4C84-9550-E3B44924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6133F-896B-479C-99AE-8638E0DD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62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web/server.py:research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7DDCE-27E0-4F30-8384-7A05A85E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62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看 config 和 initial_state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E2535-DE03-4443-ADB9-E8AB75C2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1752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301BC-DA79-4C91-8FEE-E6A2CCE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1192F-8AB7-46F1-B6F0-E38024F4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deep_researcher.py:deep_researcher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99010-DA51-47DF-BE8C-72F9986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288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看 graph factory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1E443-C2AE-40E0-9431-85487773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24193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BA0D9-5A4E-4A2B-B192-2A2930AB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26D93-5827-4F82-85D4-267AA687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955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write_research_brief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4368D-C5F4-4EF9-BEC8-B3C43A03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955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看 State Command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FD8AF-BF44-4A03-91B2-E008F8FE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30861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C0144-9C24-46B5-A47C-A5476604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9ADF3-ABF1-4739-A2F7-ECB7A3B7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623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research_phase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0DC91-9FE3-4166-9C46-5C2F945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62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进入子图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63757-E5BA-41A5-BB21-0A3920C2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3752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28831-685A-4EAB-B0AE-109E3DF6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2EFC68-A8A9-4D7A-89AB-F9E83C9E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29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run_business_agent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ED771-24FA-404D-A550-B40DAF5E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29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组装 spec、tools、workspace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56F84-3013-4DB5-B5AA-D57ECEB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4419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B388D-2A30-41B4-B57E-8A275355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6D166-ACA8-4976-AD28-D9077341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95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AgentRuntime.run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9C0870-FF14-4259-841A-A60F1FDD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958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观察 model_messages / tool_calls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DDC70-76D8-41B6-AEF7-85EE8473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50863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1EEDF-0CC1-48AA-AAD7-0C613F80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0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AF419E-D1B0-469C-8D89-2CAB642C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625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3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compile_final_report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C2FFB8-3958-4DE4-81FB-75A8FD02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625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看最终 report.final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FEB210-47B6-4C68-9D2A-AD5887C3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57531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7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06902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0767A-288B-47D4-A06F-F4AB9ED1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1430C-A3AA-49D8-8D68-8A5C31D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主流程学习检查点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50A61-615C-45D3-8DEA-10BD8220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5AAD9-CD1B-4194-9F3B-DC3BAC29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Slides 9–16; deep_researcher.py; state.py; memory/context.py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9D32A-2E3A-4145-8ED7-AFC2237A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7AD2E-A984-4C8C-A1A1-0DB9451A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49E69-1A98-45B8-9F7B-21811544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57BBF-911F-43CB-961E-EDBA7948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7BB92-C08E-4C04-813E-5B525A9E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生产环境的 Graph factory 为什么每次重新 compile？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891FA-91A0-467C-9334-73A1A6AA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FAB81-A9A6-43D4-9072-5B2B2F7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84E16-A936-402A-B05B-592F1489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State 的五个业务域如何在并行更新时避免覆盖？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AFD2C-D229-430F-AECF-5A69179C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A516E-205E-4F05-BAAB-12D3D2C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E9392-11F8-4F9B-A6D5-E58305CC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RunnableConfig 是谁构造、由谁读取的？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DCA63-824D-43BF-820E-88C597A2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495D3-8F5E-47AE-B810-072A3CB3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24697-DF12-42A7-9548-9E04DDC3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thread_id、user_id 和 research_run_id 分别隔离什么？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BB269-94CC-4D33-8BA1-82F764F1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3AB36-A190-43FF-9435-71256FC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8936E-3E02-4BA0-8567-200644F1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当前生产 Graph 是否自动持久化 checkpoint？</a:t>
            </a:r>
          </a:p>
        </p:txBody>
      </p:sp>
    </p:spTree>
    <p:extLst>
      <p:ext uri="{BB962C8B-B14F-4D97-AF65-F5344CB8AC3E}">
        <p14:creationId xmlns:p14="http://schemas.microsoft.com/office/powerpoint/2010/main" val="16099490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6F7EB-1E28-4063-87D4-44ABCDEC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CD1E7-4FE0-4B62-B064-D397E0C5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 Multi-Agent 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22704-C452-472A-A1F2-93A0D238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CE7B6-58B7-4FF9-81A3-B4312BE5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deep_researcher.py:public_opinion_builder; public_opinion_agents/base.py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318B8-2D75-4FF1-A1D1-61BA0D56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93FF1-B475-42CC-B26B-943BEF39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20A38-52A8-4D78-B8FA-18B6873C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图编排的角色工作流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59225-81B3-4EC5-99C5-DAE1D638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独立的部分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18861-1CA5-4717-B129-BC537B57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四个独立 AgentSpec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角色专属 system prompt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不同 tool domain 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私有 ReAct history / memory / 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一个显式 LangGraph 子图负责交接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634B1-E03B-4A71-91D7-9682E84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没有独立的部分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95A38-4AAF-4EB3-AD1B-959EF970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没有自由互聊的 agent swarm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没有每个角色一套独立子图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没有独立 long-term store namespace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没有 supervisor LLM 决定任意 handoff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risk 与 response 不是并行执行</a:t>
            </a:r>
          </a:p>
        </p:txBody>
      </p:sp>
    </p:spTree>
    <p:extLst>
      <p:ext uri="{BB962C8B-B14F-4D97-AF65-F5344CB8AC3E}">
        <p14:creationId xmlns:p14="http://schemas.microsoft.com/office/powerpoint/2010/main" val="8475296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6C3033-9636-4A47-B7AD-80E97A1E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061E1-8139-4CD9-BFC7-8BECAF16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四个 Agent 的职责合同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C533A-7BE1-46B4-BEEA-B4CB259C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41FEA-273D-40C3-A642-0F28DBDF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public_opinion_agents/*.py; registry.py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FD421-BC93-40F8-A1CE-1DA5C251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AF075-43CE-4A46-BF10-A97202A9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1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572F3-7D89-4D51-A4CD-E8C9D90D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1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Responsibility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C4D93-0C9C-4524-8329-54554598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1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Allowed domains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40024-33B6-422C-9955-2494F87A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763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1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Context 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C3B08-935E-489A-A04B-EFC8BA53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11144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9ADD6-25C6-4AA4-9104-C6F6AE74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public_signal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F8DC6-1E8D-42C4-83CB-3279C055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公开信号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A98EF-C2BF-4D62-BE7C-52411828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core · web · social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EBBFA-55EA-43F4-91A4-E0643D3B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producer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75DEF-7923-4B56-B23E-E909BA73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52412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77EF0-26BD-4EBF-AF14-9E0B7F88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670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internal_knowledge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B8FBE-F77C-40A1-B808-DB227097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670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内部事实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5B041-2874-45D6-8FCE-D7B02954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core · rag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710BB-A545-464C-B10A-C36382B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670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producer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317E6-340B-4BF8-BEC2-B9F9B96C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43852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063E1-EB01-49A5-A82D-72C2F52F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11144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5EA03-E9AC-48D0-8855-BA67599D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814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risk_assessment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C173B-4226-43BC-B029-5D08D566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814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证据门禁与风险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FD935-2AB9-498D-A3C8-E73E323B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core · web · rag · social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7407D-C287-4016-8CF8-1617D2F1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814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consumer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6D7CE0-6A84-4971-B842-12E124FF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35292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BBF47-40FB-4C58-A989-1E0E770A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response_strategy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CAEF5-7AB3-42F2-B89B-16F8A5CA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958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响应方案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DA0E9-10C4-415C-9346-D4D15D60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core · rag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30BB58-9728-4724-B62D-B2F3DB8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958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consumer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B1CAB0-9E03-49C2-9EB6-346C1544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26732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5FD1F-A27F-4306-89E4-9CD75E6D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每个 AgentSpec 还包含 input_contract、output_schema、tool_policy、memory_policy、execution_strategy 和 handoff_policy。</a:t>
            </a:r>
          </a:p>
        </p:txBody>
      </p:sp>
    </p:spTree>
    <p:extLst>
      <p:ext uri="{BB962C8B-B14F-4D97-AF65-F5344CB8AC3E}">
        <p14:creationId xmlns:p14="http://schemas.microsoft.com/office/powerpoint/2010/main" val="14701215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0AB863-BE35-4464-A117-E5D8807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AB629-961F-4F3E-B55E-BEA54A67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 协作图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093A5-AF7A-43DB-8BF3-85E1DFD1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B0AA7-7A07-455E-8AF6-62EA50D0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deep_researcher.py:public_opinion_builder; route_after_research_review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E4370-8DE6-419A-BDDB-1CAA3785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99F1A-1F21-406C-BE23-A1139A42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09550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16F0D-28EB-4F82-8E0D-0B552DC6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Public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79B94-36EB-4AE9-A1AD-B506F6D3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首次与补查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BA202-1ABF-41F0-80C5-4A2A39A0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09550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D8E8A-292D-43FA-87D1-737DC7A7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Internal 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5DE39-AD6B-484F-BE0A-289E065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首次与补查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495D8-2229-40BB-949E-03F591B2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200025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D2A09-F195-4E8E-90C4-035ED547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384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BA39D-D1EF-4B7C-8A5F-48F07031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33725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结构化缺口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2FB01-344F-40C7-B806-98875DA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9550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87200-7A04-4245-A48D-D0E52864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193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Risk Assessment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BEFAE-AF15-4FA0-B2D4-45720054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串行证据门禁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AF696-630B-4363-B194-9C80FBC1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209550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F6D18-7AD5-48AE-BBEA-152EE18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338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Response 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7C338-182A-4FB1-97B4-8840C27C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291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串行响应方案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A12A7C-3C09-4E2C-8986-644450C9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5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初始并行：public_signal ∥ internal_knowledge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418B94-0C40-4545-B591-4856EF2F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5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补查：Send(payload) 只发给有 gap 的角色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F078C5-AE2A-4DAA-9016-F58FC129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21907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4E8E95-62AA-4D71-990A-7475601E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6625" y="2190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1E38C9-F1AA-41D8-A927-B8D9DA1A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6625" y="30003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EC6271-6F47-4169-AD73-AFE50995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0025" y="29575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D1906B-9717-45BF-8888-FBECB0D6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41910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E518CD-39AE-4FEC-8102-74C8D59D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19500" y="338137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815A84-A05C-48C4-B90C-B33823F0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0" y="33813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1B6AA6-B0E9-4A8C-9129-C5C8F616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10025" y="33385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6906CA-E82E-454E-9AC0-E3D6A301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095625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A01D53-5B66-47EB-B943-2948E2D8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10375" y="257175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F1913F-8A7A-4661-B8A3-C7CA6A68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0375" y="2571750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432E51-F45B-43DA-B234-124B69FE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39025" y="25288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56F38E-EC69-4977-B745-5F2AB2BF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3048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91A04E-C352-4C95-81E0-7B72CF17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529638" y="37242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F53480-41A2-4ACD-80A6-674012B5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095875" y="13811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24554F-8E07-4157-83F4-AE889AAD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09750" y="1381125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AF522D-744D-4D72-B282-5E8A3590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13811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FC4883-64D1-4FFF-AC5D-61B33BB1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766888" y="16287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9FA869-7B65-4FC6-BBF6-B47DCCEA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95875" y="3667125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BDF9A5-EA51-4366-B815-CC322D60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809750" y="4905375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BF5D2B-D3FB-416F-A93B-B959A944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09750" y="466725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B12791-3DFB-4D03-B4AE-2EAD61B6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888" y="46672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284706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45155E-BF3A-4BAE-B377-526FB793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E0B43-6603-4508-A29C-012B66F7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共享 AgentRuntime 的 ReAct 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AFC4E-7D19-4CCA-843F-7F40F7FA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3A21F-556F-4702-9E61-B7A4A1F6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runtime/agent_runtime.py:AgentRuntime.run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76A75-8E14-4FC3-AA43-FC3DC4C9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07184-F1A6-4469-9D26-5EE85C36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1619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699E0-CF73-4DA2-B8F8-CDE35F52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14575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Assemble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B0640-328C-4B35-A4E3-E60F37C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09850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system + dynamic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2D478-E6F7-494E-87D1-4365D799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1619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CBD84-9193-41E5-A121-5588E659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14575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7C16A-1E37-4AF8-BA48-C4024B7C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09850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tool_calls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8736B-F1A6-49A8-8FA5-D29405C1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1619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EF193-B19A-4C76-85D9-412881AC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14575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Budget filter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042B7-6031-4423-8273-B035D9B8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09850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allow / skip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40CC6-3F45-47C1-80E6-62C2CA02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90750"/>
            <a:ext cx="1619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BF7E3-70D2-4D2F-BC14-D6958EC4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14575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Execute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AEC92-ABFC-4248-ADC2-4F73D6E1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09850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async gather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54E90-35F8-4313-9810-17517460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1619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A0FF1-0DAF-410E-B9A4-8238D644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14575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Workspace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5E39D-D886-44B2-ABF9-74E3EFD7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09850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ingest +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1868D-410B-4C47-B4E8-7BDB6D49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429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DDCF2-FA18-4295-BD48-ECD29E59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571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8380B-9DDF-45F4-AAC1-EF45B104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30289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stop conditions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• no tool calls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• ResearchComplete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• max_react_tool_calls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• budget guard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• context recovery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FCDCF1-4D95-457E-9E5E-A7786816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95750"/>
            <a:ext cx="61912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7A822E-DBF3-4646-87B2-1E963002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95750"/>
            <a:ext cx="571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5D57EA-D0C5-47D7-9FE6-B595968D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267200"/>
            <a:ext cx="57912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finalization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Research Graph enabled → workspace.finalize()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otherwise → compress_report()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then → AgentRuntimeResult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1818F5-3C85-4941-AA9E-67EEA77B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43125" y="2643188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5F5EEB-9E4D-473F-B535-F676374C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33650" y="2600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65DAA4-00FA-4BD9-B43F-8179D89E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38625" y="2643188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48ED19-198F-4486-B6F7-454ED5DB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629150" y="2600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CF55D5-0843-42C5-9C25-A1BDBEAC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2643188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EC1B35-7F4A-49F7-959C-AF4E7428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24650" y="2600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EF9264-6839-452D-9C11-70DD9571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29625" y="2643188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30E51A-5961-4A10-B477-510BA3DA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20150" y="2600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191C00-13EE-4CB4-B6C1-ED80C1CC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0" y="309562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90C879-D2E0-4503-98DD-8AF26200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429000" y="33337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0FCCB9-673D-4F8B-9BE4-116F9325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29000" y="3095625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AFA18D-F6B5-4198-BD48-DC98F6B9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6138" y="30956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235807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83F91-9C4D-49B4-AC47-0B10C5A4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13553-B3A7-4C89-8FDC-1F77E301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 Context 与 Memory 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ACF46-3F4C-405B-A24A-EEFB8A81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711B9-8357-48CA-962F-B069C856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state.py:agents_reducer; AgentRuntime.__init__; ResearchWorkspace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98E4D-CB6E-4669-A572-1BB02078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046A7-B902-4515-AB77-055F069F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共享范围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F6A44-06DE-4962-A0E2-430320DF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同一 DeepResearchState schema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同一 RunnableConfig 和累计 budget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同一 research_run_id 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上游证据可通过 role reports 或 Research Graph 读取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F840D-1420-498D-9A2B-C3B3D011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3125" y="1476375"/>
            <a:ext cx="0" cy="414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2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8E127-840F-4D15-BB3F-D48FB297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角色私有范围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824D0-1A39-4F97-9235-99D1BE2B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agents[role].memory 最近 5 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agents[role].rolling_summary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AgentRuntime 内部 messages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Working Context 按 role 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AgentSpec 决定 prompt 与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E2CC0-1926-4643-93AB-7050CD8B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5727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ED293-6B81-400A-B421-1B332F5F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898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限制：生产默认没有 Checkpointer，因此跨 invoke 保留私有状态依赖外部运行时持久化。</a:t>
            </a:r>
          </a:p>
        </p:txBody>
      </p:sp>
    </p:spTree>
    <p:extLst>
      <p:ext uri="{BB962C8B-B14F-4D97-AF65-F5344CB8AC3E}">
        <p14:creationId xmlns:p14="http://schemas.microsoft.com/office/powerpoint/2010/main" val="14576848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35212-720B-470F-BED5-9BC8C7E4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4C1C3-9291-4EED-9717-B281F7F4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动态研究循环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54525-E54E-41D0-B3CD-3F977A3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9F675-CA20-4178-9E02-3212E131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research_review; route_after_research_review; Send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D8530-240A-43B9-9533-89433622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69193-D156-4EB5-B92C-50E173A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6F359-6482-4054-BA9F-D370741F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Round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926B1-7BC0-46AE-9F28-50F7487E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两角色全量研究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8707D-510A-485B-843F-69496936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809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D15F5-D9D1-49CE-948C-D3BED547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050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F286B-2EB6-4326-8D1A-FA825850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03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ResearchReview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0C6B0-45D3-4C5C-9D68-4E0BCF05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81125"/>
            <a:ext cx="2000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F0108-B8BA-4D3E-A4B3-8E375E5D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0495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A4684-13ED-40DA-9EE5-FFA068DE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0225"/>
            <a:ext cx="177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进入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466B7-C383-4EEE-94CE-CE343555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2000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39883-DDA7-4F59-9980-E1CEEAE3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05200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A7F4E-13EC-49D9-A6C9-15597512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00475"/>
            <a:ext cx="177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校验 target_role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CA43A-9389-44D1-A10B-18641DDA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190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15256-1AAD-475A-A3AD-FFA41B5E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05200"/>
            <a:ext cx="1962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Follow-up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FC7BB-3788-4AA1-807C-81FD0083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00475"/>
            <a:ext cx="1962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窄任务 payload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DC1DE-83B7-40AB-BF71-532E16F6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90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224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max_research_rounds 是安全上限，不等同预算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补查只允许 public_signal / internal_knowledge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任务去重依据 task_id 或角色 + objective +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Review 完成后 risk → response 固定串行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78079-DDD5-4290-AB32-FDF4C39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2833688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75F881-9EB9-4869-885D-3F6FB2D7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57525" y="2790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46E8AD-BA3C-4D81-A81E-FB2A7E03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0" y="28336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573A9-7692-4200-AF97-F2A0DC1E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86375" y="1833563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7C3A21-7478-46BA-A55F-A49C89F2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86375" y="1833563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E0C7A3-E5BA-4C3F-8E29-D8B6EB57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34025" y="17907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093B7B-AAC3-41B4-98F1-2AA86CA2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3286125"/>
            <a:ext cx="0" cy="547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498321-5BD6-43D7-8A7D-CC26F924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3833813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55706B-5A52-408C-8A35-8D7E947B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34025" y="37909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EF0CB7-E1E7-4B7C-B2CE-84AEAFB6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3833813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57B5E6-3693-40FE-8E77-5DD707FA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96275" y="37909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EC4AD0-1DE5-4D9E-B50A-387CB9BC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477375" y="1257300"/>
            <a:ext cx="0" cy="2124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F659BC-93AF-44AF-8B49-D057158F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048125" y="12573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858C61-007A-4397-95C1-143351F0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1257300"/>
            <a:ext cx="0" cy="1123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67AE59-2574-4535-864C-D22FED3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005263" y="22955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991828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3ADAF-47C2-4A0C-9CAC-DAB5211D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60FA1-328D-4D12-9C81-5A8F3BAB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Multi-Agent 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6ECBC-D520-49E9-9A70-3FD3F009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25424-84A9-4C45-A95D-49924AD1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Slides 18–23; public_opinion_agents; AgentRuntime; state reducers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EF158-812B-4BC1-85D3-EA22A3DA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14BEE-8AF8-4EE4-89D8-88715CA0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301A5-E570-4315-AC60-583E4F0A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8002F-5FCF-4DFC-9081-24B64AC8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73C8F-6DB0-4EEF-9F36-1D6FF901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四个 Agent 分别独立了 Prompt、Tool、Context、Memory 中的哪些部分？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39040-86F6-4484-A0D4-2C352F04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B0EC8-3F19-4058-B71C-6CD15CE4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8B98B-86E3-41EA-B828-13364838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为什么当前实现属于 graph-based workflow，而不是 supervisor swarm？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3158A-2360-4660-BFDF-8D839274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A1166-E9CA-4BE9-98A2-A0025851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6AD13-78F5-4766-AF33-C741EBF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初始研究为什么并行，风险与响应为什么串行？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BF4BF-E0BC-44C4-91F6-672105E0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5A57C-B690-453D-98E1-1E42F9C2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B2E4C-80E0-404B-A096-E684EF4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Research Review 怎样只把任务发给需要补查的角色？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439FF-EF34-4A36-951C-AA57E70B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808F6-E9A2-4583-83F3-986479E5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47060-B3DE-4CDA-88AC-D13A5587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并行 agent 更新怎样避免覆盖彼此的报告？</a:t>
            </a:r>
          </a:p>
        </p:txBody>
      </p:sp>
    </p:spTree>
    <p:extLst>
      <p:ext uri="{BB962C8B-B14F-4D97-AF65-F5344CB8AC3E}">
        <p14:creationId xmlns:p14="http://schemas.microsoft.com/office/powerpoint/2010/main" val="20254327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AF62C7-4EB5-4267-8ABD-2B310845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34C1B-C6B3-4581-9411-4B6A30C3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生命周期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016F6-B70D-4AF7-8365-C325E6DD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00FA9-15F4-431A-9314-0192C003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utils.py:get_all_tools; business_agent.py; agent_runtime.py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05390-B37D-4159-9835-0716A7D4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FFC32-4EFC-4EC0-8017-858E0005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66875"/>
            <a:ext cx="2333625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17257-4D56-450B-930D-730AE7D5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408DC-AFC4-46E1-9817-00575779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85975"/>
            <a:ext cx="2105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@tool / provider 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38C28-B5A3-4C9C-AF77-E8878B33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66875"/>
            <a:ext cx="2333625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E55FA-9108-4B78-B559-CEC4ED73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90700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装配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7B045-4745-41C3-8C90-BD7E1ABC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85975"/>
            <a:ext cx="2105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core + retrieval + MCP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5EC83-BD24-4229-BD34-3D54AE79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2333625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962DB-47D2-496A-9C80-BEE4DD52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标注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D2F6B-B62B-4285-9AD3-5AC60534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85975"/>
            <a:ext cx="2105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tool_domain metadata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0BF44-C427-44E9-BB97-59B59F1D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66875"/>
            <a:ext cx="2333625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6F221-0B3C-4A4F-9D21-869A73CC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790700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筛选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22755-B609-4DF0-9C76-65DA1DFB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85975"/>
            <a:ext cx="2105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AgentSpec.allowed_domains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930ED-6B38-42F7-A992-2CFE9A79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57625"/>
            <a:ext cx="2333625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E1254-0DCA-4534-B1BC-497358F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81450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回流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0EC71-F0CD-4FE7-BCC5-ED32865C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6725"/>
            <a:ext cx="2105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ToolMessage → LLM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F11EE-BF22-44A0-84BD-A026F90A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2333625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89AA9-9B47-459D-90CD-68A3652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81450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CEB9D-962F-4327-BE98-321DAC51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276725"/>
            <a:ext cx="2105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tool.ainvoke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960694-5AAB-4255-AF47-ADC08D9E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333625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1503B1-08E6-4677-809C-C1DF5304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4F21BF-DB17-4FC4-A316-74CC6853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76725"/>
            <a:ext cx="2105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AIMessage.tool_calls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0BFCE1-8B5C-4629-A163-03042920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57625"/>
            <a:ext cx="2333625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176317-3D16-4132-9D42-4B5B00B8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981450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绑定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C1A6C9-B502-49AC-84A0-40BEB282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276725"/>
            <a:ext cx="2105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model.bind_tools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B0974C-42A4-4B2E-B238-4E92E8C1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Budget Guard 在执行前过滤，跳过的调用也生成合成 ToolMessage。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9F93ED-F685-4CCE-A464-0F71DA6E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14625" y="2166938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B44A54-2B0B-4EE6-9518-9D8B1D33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00400" y="21240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842662-ABA7-4C50-9E3B-B08B8654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2166938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C7C360-BC41-47F6-90D3-B9E42955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05525" y="21240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0D6250-09D3-4E1B-96A7-A5D66A3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24875" y="2166938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188A17-87B7-490E-8B56-198A4AE3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10650" y="21240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AA0052-42E4-4611-BE6E-81EC210D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63188" y="2667000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B5F2D8-E208-4C78-9A66-60824C0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220325" y="37719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0B3C56-EF62-4791-8C85-ECE54B38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524875" y="4357688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9C11E5-FC9D-495A-BDDA-6C14BA64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524875" y="4314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02F627-7D96-4F38-ADAE-26415058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619750" y="4357688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3B52B6-B894-451B-BD13-A7D86432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619750" y="4314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7AA78F-D3D0-4700-8BB3-17BB73A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714625" y="4357688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A4DCAB-1E82-4F60-B428-E65B3262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714625" y="4314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161725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B2975C-8C1E-42A9-8F1F-13D75F16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4D9BE-D435-48A7-A3AA-BABA5D63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Domain 权限矩阵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01CBB-6B54-41AF-9192-8EA5F94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FC82F-EB1E-4467-84AE-18E23B7B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mcp/domain_filter.py; public_opinion_agents/*.py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6D1BA-A685-4789-8945-72D0D4EC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F1204-9625-4943-97ED-75423B1C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0F2E5-EE21-4D01-BFD1-D4B107ED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7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1AF3E-170A-4EBA-87A1-E803609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web_search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FA3CB-72DF-42EC-8FD2-5BA987EE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7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5DC1F-D70D-4F54-B1BE-27CD720C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7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social_media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D035B-5E9D-4E48-A885-F55D0AF0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47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2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database / document / feishu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2D652-931B-422F-8EE3-F42C9479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public_signal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55A3B-44FF-4476-A56C-18EB34D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431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466D5-C4DE-445D-9FE1-94F56181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47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BE062-6398-46F1-9308-A19908A9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3F2F6-5E14-49C8-A27F-B80418C6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AA5BF-296F-443D-8678-FE625FFA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F52F1-718E-4C89-9394-0F7A0EE9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47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DF598-0600-4EB5-8AA6-B0F64F95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D557E-0BCF-44F2-BE21-C9482977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6A2A0-6C88-48AD-9A18-321DAFEB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431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A5F2C-7162-4C8E-990E-5E310D27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479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361C3-8F6A-4492-AD84-F4C1D22E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internal_knowledge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F80F6-1BA6-43BD-ACB4-D4A0110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003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90397-C237-4885-917C-19D1FE3D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05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B6BC6-C09F-4350-A611-1B7CC22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600C9E-9F20-4B93-A9C6-76874D61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2B557D-59AE-4F9D-9468-AB221A5A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37C69-4191-4235-A980-509104C7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05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55173-28B5-4FAE-95F0-A383453F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84F44-2AB6-4624-92C4-05E9688D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D77255-AFAB-47CB-B019-79ABF7E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003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29283F-F860-4F93-BFB4-17D68534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841449-1251-45A5-8605-BD6F4142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risk_assessment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A91022-8BBE-456E-A116-41F2868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576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50750B-F2C6-4955-99C6-F34B71C6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62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51D7BA-3403-40D3-BD52-E0C4714F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A3E4AF-8860-458F-A7F0-E85DFD4D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CB4BD9-486F-48D6-A04B-59C7F8C4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205E35-2DFD-4112-B37C-ECDF05D9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62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0A5443-7EC6-44A9-9449-3C78EA4D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6205D-B107-45FF-A4BC-7AFE813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DAF2C9-5332-432F-A50F-E4F7576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5762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544E3E-3400-49AB-9646-A96D1B9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624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45815A-056A-484F-8D2A-827CC459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response_strategy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CB0F4E-D113-4C8C-A17C-8103CA6B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148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007B18-4D42-40FC-9E85-BC878D55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19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C719AE-16A7-4FFD-9676-FB27BD63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2672BF-881F-49C1-BA98-A985A54E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9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0A07D7-A0CF-4D36-B214-AAB81FAC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148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414F75-A81F-478E-A8D0-E1AB5FE3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19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YES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4EABB1-7258-45F1-BDD0-AC84B499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E4A28B-F376-45F6-891E-D925594B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F3B4EF-9A4F-4953-939E-3058A8F5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14875"/>
            <a:ext cx="552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14288">
            <a:solidFill>
              <a:srgbClr val="CDD2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9ED929-82B3-482E-ACF0-FF648C15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96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25" b="1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26C8EB-9BE0-4D57-8874-218A5D60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4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当前四个业务角色不会获得 database、document 或 feishu domain，即使 MCP Server 已加载。</a:t>
            </a:r>
          </a:p>
        </p:txBody>
      </p:sp>
    </p:spTree>
    <p:extLst>
      <p:ext uri="{BB962C8B-B14F-4D97-AF65-F5344CB8AC3E}">
        <p14:creationId xmlns:p14="http://schemas.microsoft.com/office/powerpoint/2010/main" val="2745389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57F9B-39D6-45F7-AC50-05437760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52BC4-49C1-4D95-98FA-C24D5602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MCP Server 到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05AC4-AD20-4D28-90F1-867BF8D1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302E3-40F2-41F9-9232-80189F6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mcp/tools.py:load_mcp_tools; tool_wrapper.py; domain_filter.py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CA7D9-AC57-48D3-A45F-786729DB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EA28F-7B9B-489C-B7A9-33E485ED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95500"/>
            <a:ext cx="152400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2B0C8-1705-494C-A05C-0C196D85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1932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52180-AACB-4560-B9BB-7C6BF460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14600"/>
            <a:ext cx="129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4 server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624C7-BB84-4EBA-926D-D846CD26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666875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305FC-F73B-4A66-945C-D40B9340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19325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Build connection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DBD22-7C93-4546-9B00-87A0E7F6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14600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stdio / HTTP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00DA4-7D54-4D16-AB05-3055AA6B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1762125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0F437-2EE0-453C-9963-D7B86FFB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19325"/>
            <a:ext cx="1533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MCP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57CC1-7777-4649-9C99-B6E45F26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14600"/>
            <a:ext cx="1533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get_tools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5753F-5524-4BB4-861A-453F0A4E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619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E899C-DBEC-4D09-802F-507CEE47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19325"/>
            <a:ext cx="1390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Wrapper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809C7-67D9-419C-9BE1-3CD448D2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conflict rename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88BEE-1CAD-4911-89E5-308E2353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95500"/>
            <a:ext cx="1476375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D672F-B8A5-41D6-BF17-FA9ED5A8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19325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6ABDE-445F-4358-82FF-E69FD80D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14600"/>
            <a:ext cx="1247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domain/server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A24A6-8171-418D-AA2D-18D2BAF4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1238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983BC0-6D40-4385-9E04-E221DAB5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19325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2B734-8562-4F99-AC5D-6071FC5E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1460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bind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83081F-04B6-4227-829A-ADEBB148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49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Legacy single-server config 可做工具白名单与认证包装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DBHub、MarkItDown、Feishu 各自构造 transport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每个 Server 单独连接和发现工具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Tool 最终仍是 LangChain BaseTool，由 AgentRuntime 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D407A6-C96E-4959-99BD-73746704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52625" y="2547938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302E41-68FB-4F9F-BF7F-C7214AC7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95525" y="25050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DAA0F0-524B-4491-824D-3AA60167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2547938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EC4C58-C48A-4BFA-96E4-224FBF5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91025" y="25050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CB82CB-95FA-43E4-81EA-E255353C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8875" y="2547938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D32337-F8F0-4EA2-837F-4CD37AA4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581775" y="25050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980BA8-4A0B-41B3-A669-A74F695B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0" y="2547938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B23E0F-EAC9-4181-A163-3C683A40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29650" y="25050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2714B9-B9C5-419B-B9E4-DE5BB4D4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91750" y="254793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B51649-5F8D-4083-8A48-E5495815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487025" y="250507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256802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38A60-2CD8-4EC5-A25E-72E19415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C0F69-8B67-42FA-92B0-82F262D3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多 MCP 管理与冲突处理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D97A-D1B9-4BBA-A152-30911E79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B71F2-6E7D-450A-9F10-908BB567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mcp/tools.py; mcp/tool_wrapper.py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7AA1E-7004-49A5-B33C-BE0A1C03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8CB6C-F761-4DE3-AAB8-3E4E8A4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故障隔离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1E1A2-23F4-457E-8A87-5A44FAE2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DC4DF-933F-4A24-BEEB-B607479D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C9D13-56CE-4531-8DF2-DA6F6314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43624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for server_name, server_conn in servers: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try: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    client = MultiServerMCPClient({server_name: server_conn})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    tools = await client.get_tools()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except Exception: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    continue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23C64-366F-4182-8866-1AE45ACE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名称冲突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03A48-FA29-465C-BB67-696F0BA0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C56B1-0A77-4A3E-A7C6-9999A65B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82960-CDD6-42F1-ABC8-33CED6F7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24075"/>
            <a:ext cx="43624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if original_name in existing_names: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new_name = f"{server_name}__{original_name}"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copy coroutine / schema / metadata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else: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  keep original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7D9C4-40CE-4AFB-8214-CC53233B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000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一个 Server 失败不会阻止其他 Server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冲突工具不静默丢弃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domain metadata 决定角色是否真正可见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当前没有全局健康检查或动态重连协调器</a:t>
            </a:r>
          </a:p>
        </p:txBody>
      </p:sp>
    </p:spTree>
    <p:extLst>
      <p:ext uri="{BB962C8B-B14F-4D97-AF65-F5344CB8AC3E}">
        <p14:creationId xmlns:p14="http://schemas.microsoft.com/office/powerpoint/2010/main" val="7467553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8BE26-4E7C-4341-B0B0-303253FF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3F452-EC8F-4061-99C8-A72981AD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 Skill 的真实边界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F24D4-55CB-43A5-BD02-F65AFCF7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FA350-81C7-4F63-84E4-A40BE7D4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rg --files; docs/guide/social-media-skill.md; README.md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B835A-24C8-4D5A-BEB4-85C20CE1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5204B-3EAF-45BA-BA3B-A10DD0A1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4287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81A92-C719-414A-9C55-BE4AFFEA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276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CURRENT 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56EF2-B5D4-491B-8AEA-FB8370FE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66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95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当前源码树没有通用 skills/ runtime，也没有 identify_skill 或 load_skill 节点。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FBB92-C5B4-4839-85CA-E4B40285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20955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A8A3B-4F6B-4E56-9A61-82287ECF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social_media_skill 实际是什么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E1D8F-5B1B-4B14-93BD-6F01DC25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docs 中的业务组合层命名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实现为 social_media/tools.py 的进程内 LangChain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底层复用 social_media_mcp.py 的检索原语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由 public_signal / risk_assessment 的 domain 权限决定可见性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C68B3-B5B0-44FE-A6C7-BD57E30C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文档漂移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9CAA8-D203-4AC4-822D-E3E5B25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README 目录树仍显示 skills/，但目录不存在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Web SSE 过滤仍保留 identify_skill / load_skill 名称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Git 历史没有找到主舆情 Flow 被包装为 Skill 的提交证据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因此 PPT 不把 Skill runtime 写成现状</a:t>
            </a:r>
          </a:p>
        </p:txBody>
      </p:sp>
    </p:spTree>
    <p:extLst>
      <p:ext uri="{BB962C8B-B14F-4D97-AF65-F5344CB8AC3E}">
        <p14:creationId xmlns:p14="http://schemas.microsoft.com/office/powerpoint/2010/main" val="10897033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A694B3-3764-4630-AA7D-09191BFD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D3069-09C3-4DF7-ACEF-F3A88254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Graph、Agent、Skill、MCP、Tool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1495A-4E10-4293-8092-06626BB9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9D676-464F-47FC-A854-A108CB62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current source boundaries; docs/guide/social-media-skill.md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CE36E-C253-4F22-A168-9B9DAC3A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DE0A0-7051-485A-9E73-66317EDE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3317F-AA4F-4ADA-A5BF-EABF6ED0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2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编排状态与顺序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21F61-792B-4358-9633-BF5A901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94FA7-1FCE-475C-B270-45AF7D34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业务主流程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E69F0-CEAC-495E-BB43-B043D3D9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0193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A2061-B498-4ABF-8D42-9C70369E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FC818-C716-40E5-BAF1-3D0A44CA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62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角色化推理合同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7B1E2-3FED-4032-B78E-13AACDC9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AgentSpec + AgentRuntime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879FE-B315-41D1-99EB-55C00C46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谁负责判断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6CBFC-AF2B-4392-84E8-C670A03E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9527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2ED1F-5C18-4D25-A611-314081E2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4A7A3-8FE1-4246-9D2A-325E73FA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可复用业务方法组合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FD640-AC7F-4D14-85C5-4E183E35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social_media_skill 文档命名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33920-F681-4AA6-9E18-6F7B61F1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当前无通用 runtime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8DBF5-2E41-4341-9B61-593FC2C9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8862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EA1CF-13A6-408F-B171-DDBBD9B1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C9810-ADB0-4C0D-B187-3D1B03E7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跨进程/服务能力协议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45C9C5-D5E6-4AD5-844A-DAEF784D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29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MultiServerMCPClient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33556-1CE9-408D-AB73-7A37D6E9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29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如何发现外部工具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096A1-572E-4685-BFA3-DDD2B9AA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8196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EFCA0-0821-46C7-B1EE-4268DE2C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Tool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BFC3B-93B6-42C6-88A1-31A0FEE9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62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最小可执行动作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86484-1A89-4DC8-AB43-2D3665A1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625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BaseTool / provider schema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691A6B-274B-4939-9286-082BFF18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62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一次调用做什么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CFE95E-87A0-47E3-8B8B-5A390B45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7531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26512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CFED4-004E-4387-801A-710466F2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 / TOOL MCP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2485A-79AD-4ADB-9E8A-C98293EA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Tool、MCP、Skill 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AA8C8-DD36-4235-9F68-E88937F9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A430D-45D1-4657-B424-BD211A7F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Slides 25–30; utils.py; mcp/; social_media/tools.py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B0A56-A967-402B-8227-EBC300B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BB5FB-0F8C-4656-879E-EF4D4A4C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37B65-7317-4892-B016-9CDBE3B3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30D0B-EC55-4090-999A-2E8869F9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EAD30-618E-4B40-8F85-45D9672F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Tool 从定义到 ToolMessage 回流经过哪些步骤？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5598D-B45C-48B4-A55C-5A426662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F2E3C-77FC-48ED-B5CF-ECE86AA8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548DA-3243-4D7D-824C-9E0BBC72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role domain filtering 与模型自行选工具有什么区别？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B798C-8516-4601-A873-B507EE97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29BF7-4793-4149-BDF0-9B83EEE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FABE5-E2D9-476C-82B7-30ECDA84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 MCP Server 的故障为什么不会相互拖垮？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3DB16-2102-427F-B5CA-8C203998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7893D-6080-459D-9A96-617D56F6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9F465-113E-4707-A045-9346E75E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工具重名时为什么选择 server__tool，而不是静默覆盖？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DC6B7-BE17-4636-9145-C78B5286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3B6D3-7BCD-43B7-B957-C6A11C39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02C04-15E5-49DA-A842-C1F2CADB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当前项目中的 social_media_skill 与通用 Skill runtime 有何区别？</a:t>
            </a:r>
          </a:p>
        </p:txBody>
      </p:sp>
    </p:spTree>
    <p:extLst>
      <p:ext uri="{BB962C8B-B14F-4D97-AF65-F5344CB8AC3E}">
        <p14:creationId xmlns:p14="http://schemas.microsoft.com/office/powerpoint/2010/main" val="53764592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50BD0-3BF7-4E28-9715-A38A6DCB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CONTEXT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59FCC-AB09-45FA-A222-60E77D55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LLM Context Assembly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F4D98-977F-4BB6-B183-5558B53B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B3589-EE3B-45C0-AAED-D658454C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AgentRuntime.run; ResearchWorkspace.before_model; AgentSpec.format_system_prompt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E94A4-E866-4399-AB81-94DAE858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8DA0-D87E-4BC7-A3FC-76C1CDA3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BBD9C-D2AD-4822-AD24-5A4A2093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System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FB990-36BE-4F87-A739-052B61CD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4859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4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AgentSpec + tools + business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4DC12-C4F5-472C-85F0-9CD7FBE2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EA6BE-40D7-41F6-8431-B3C3EB39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Task assignment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96741-5C1D-4B89-8F84-B77FE955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717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67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brief + upstream + review + follow-up gaps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BB201-A86D-4A69-A3E4-04604F95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23129-E6BF-462E-9A91-CFDABFC3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Private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5CB17-675C-4F31-BA76-18E71895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575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agents[role].memory[-5:]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F92C9-36EC-4560-82B0-83C88ED9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EBDEA-D8AA-472E-A13F-68CEC27F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Workspace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2CFC2-59F9-47DF-ABCC-23C3ECB3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433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8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Working Context + relevant subgraph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FC6B9-5741-4B9B-9761-2D08C48D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0B8AE-2ED7-4ACD-B1EF-9AD70E3B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ReAct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393C6-6FA3-448B-AA04-53EBC661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291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AIMessage + ToolMessage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44D6F-1979-49DE-BF95-B2C015E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6C4E7C-DE85-493B-9959-53BD222F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Rolling summary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BDFD4-7B10-4161-A996-B251BB02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149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compaction 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53522-2E41-4D72-9789-3F5A8642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381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E79AF3-8DD9-4B26-B895-716E1DE2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2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model_messages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3AF0B5-803C-4393-A47C-9FF4B105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861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[ SystemMessage,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...workspace.before_model(messages) 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521C98-5C76-43FC-9728-CAF6582C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注意：tool schema 也计入 context pressure 估算。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51B88-2733-4CEC-BF7C-0EEEFCFD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16287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EEECA5-EF35-4749-91CC-0FAE91F9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16287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07BD98-8BCF-4101-AAE0-26C359B9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23145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BE2171-7B51-4A7D-9242-0A6D93C4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30003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47AB25-420B-4C35-AFAD-16F8FD0E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36861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B38465-4C80-4360-9B55-C450008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43719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200651-A2D4-436F-AADB-CE6BEA8C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50577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BD3BF1-69A4-4761-AD93-F993BF0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34290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8A13DB-52E8-431E-A762-7EFC11C8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581775" y="33861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0661274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B94414-74A6-4654-B667-89220807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CONTEXT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F7A25-82C4-44DB-8918-66B03032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Memory 实现状态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35DFB-252C-4E41-A0E3-E968CECA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768BC-3F80-4375-8384-888AAA2F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state.py; runtime/agent_runtime.py; memory/; tests/run_evaluate.py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AAA77-CE2A-4EAF-A645-D576CFC0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A4A45-4926-4E25-A5D4-FC39DEC8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本次 Graph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C2244-62A8-4881-8597-953F9952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716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E4869-C8C9-4D7B-8007-11D9DA2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400175"/>
            <a:ext cx="1419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IMPLEMENTED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4255D-8DB9-4376-A3A1-0A87FE00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1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messages + 五域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A8153-C3C4-4142-A9EC-19FEA75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179070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63BA8-5E87-434E-99AE-D129FF42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 私有记忆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1BC78-F920-488E-A25E-8AFCD4ED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15716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63C2E-0246-4C82-B3CE-E0D71E8F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47875"/>
            <a:ext cx="1419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IMPLEMENTED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0DEC2-2EC8-4494-B7AA-B8871090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288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1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role memory + rolling_summary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0F308-91BF-4B80-83A0-0C75B6B6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43840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5DE60-9B14-46C3-B012-433E405E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765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Working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C379B-2E94-45F5-9B15-B45479EC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5716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DECCF-F20F-4C68-87BB-E8F80F95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95575"/>
            <a:ext cx="1419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2FEEF-9519-4B27-AF4E-26B24FED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765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1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 Graph enabled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554F3-F551-4931-913D-AD370E3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08610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295F5-3F87-44B6-BA54-FA6F2E02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4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MySQL 长期记忆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6654E-66B9-4A4B-B48D-7DC12913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15716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B0303-A550-431E-881D-52068F9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43275"/>
            <a:ext cx="1419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FEBA7-0D24-41D6-AA02-7FB221B5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242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1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rag_memory_write_enabled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C8C18-B638-488D-94BB-1C6EFAC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73380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DA040-E298-4B57-AECD-0D802363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719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生产 Checkpointer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30ECEE-0FE9-44CA-A200-BDE98007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5716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92776F-1795-4336-9471-48ED812F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1419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NOT WIRED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B9DA29-A601-4E88-BA27-A27EA2FD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719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1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compile() 未传 checkpointer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C48A6A-C4B6-44AA-B048-F8382D15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38150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32BD94-BFEC-45E4-ABB2-10D54D21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测试 Checkpointer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8403F9-027C-4B5B-BD3B-D58D4A2E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15716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C8A38B-F398-4A36-968E-191CBB72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38675"/>
            <a:ext cx="1419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IMPLEMENTED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80DF7-D04A-4856-80F8-E7F15514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96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1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MemorySaver in tests/evals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A44C34-6097-49D9-A7B8-F2DAF3C3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02920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6FD0D2-5297-4A0C-80F5-6CAB64AA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673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7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独立 per-agent store namespace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8B2C53-F7B2-4672-B6F9-1CDC3BC9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15716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29F54E-E90B-475C-B7AC-2D49F869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86375"/>
            <a:ext cx="1419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34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NOT IMPLEMENTED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866047-27A4-427F-85A1-07860BA1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673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13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隔离来自 state role keys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21A554-2DB5-432D-A983-755A6B90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67690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663190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A189B6-4E90-47D9-ABD4-9BBDDF01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CONTEXT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0D9C5-8BE7-466C-8B5F-CB48A56B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长期记忆写入与检索闭环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92911-080C-4E2A-99B9-D6AEEB1B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FF0E9-750A-4099-B15B-4D8697B8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maybe_persist_chat_memory; memory/writer.py; rag/indexer.py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09D50-01E1-4048-B732-CB3052FD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FDCB9-75B5-4B53-9030-09989190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0"/>
            <a:ext cx="152400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01294-A185-467E-9CB1-2F5AC8D4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0507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Final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5F543-0087-40A6-AC1D-552681C2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800350"/>
            <a:ext cx="129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compile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1D71B-C40A-41C4-A7B0-50661FAE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81250"/>
            <a:ext cx="171450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9A74D-B755-4AD9-A858-A17249C3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505075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Extract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2EFFF-DED8-4DA4-B3EE-6EEC2896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00350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chat_raw / summary / 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E6625-2598-4E3E-B065-5A235BF9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171450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5D2AA-0C80-4117-B02E-7046B817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05075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DB892-8E5C-4CF9-9E9D-CE8573B6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0350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source of truth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166A8-344F-47E3-A69B-2DFEA164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809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22466-CDD3-453D-AD10-7EF70DD1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050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Pending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1D74E-C5A7-453D-87DA-08F06A3A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003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background or query-time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42140-547F-43B6-B492-45B2FE5D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1428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63159-87F1-475A-AAD3-3BDFA7E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0507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Vector copy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94BE6-ACF7-4773-9C9D-070BD9E4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00350"/>
            <a:ext cx="1200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indexed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1A29C-3FD8-4278-9E76-3FB289B2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81250"/>
            <a:ext cx="12382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A41E8-F9CE-4716-ACDA-91958150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505075"/>
            <a:ext cx="1009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rag_search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15D02D-1C32-40A5-B312-BBEA88F0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80035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scoped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D4129A-DF44-4CD8-8B7A-23D08A0F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conversation_id 优先，否则 thread_id，再回退 user_id / default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user_id 与 conversation_id 同时参与过滤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chat_raw 不进入索引，summary / facts / decision 等可索引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写入与后台索引失败均 fail-open，不影响报告返回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508B6F-59F4-4078-86D7-B48D07CE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52625" y="283368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323599-071B-4D6E-BCCE-EFCF631D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47900" y="2790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5DAB0-DA5F-4F8D-BF22-E88CBBAC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283368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8D938D-C592-44A1-B1F7-E4F148E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43400" y="2790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09368F-2543-42DD-BF02-0055DD75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43625" y="283368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42135-50FA-455A-9CCB-922381E3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38900" y="2790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01CFEA-4000-4B7D-9FBC-BBEDFD85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283368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7B631A-BBF2-4D44-B31D-AD4B8551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29650" y="2790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6A87EF-6052-4EA5-AB69-5BACD4CC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44125" y="2833688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8A408A-8A9B-441A-AEA7-6C97A260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439400" y="2790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830007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BF132A-42C9-4EEC-8A0F-A8E5F0BF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CONTEXT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E917B-A70A-4FD0-B6E2-E151E028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Context Compression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9F0FD-C9CB-41DE-BAF7-D7687D6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E97FA-D80B-4970-863F-BA9B46DB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AgentRuntime._compact_history; research_graph/compaction.py:rolling_compact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90825-79F9-4F86-BAAA-A2E7FE3A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A2E09-E991-46E7-A380-B378F4E2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71450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E3F9D-287C-4126-BA2C-355DD95B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48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Exact next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3C72A-E699-44A3-98D2-F8004E67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485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system + context +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45AFC-12FB-49D4-9396-C669B095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1666875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2C32E-B641-48F3-A11E-522C776B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1438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Estimate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0397A-1251-49E6-8779-A5DFD9A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6975"/>
            <a:ext cx="1438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model window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E7611-CFC4-4A7F-9E2E-37674CD8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809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26406-3CEE-4520-81DA-22A3EEEF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525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pressure &lt; 0.75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A9FDF0-52CD-463A-98E4-01DB97B6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8478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keep raw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EF568-8329-4660-822F-86C4263D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1809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A690B-AC59-4488-8546-4D48B4B5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2670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pressure ≥ 0.75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63828-A203-4452-AB34-692FB47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623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rolling_compact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F526A-DA86-4065-8629-4E668762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80975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D51E3-328D-4554-945B-1F8874D1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670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Protected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63DE9-D531-473B-BCED-DA7592CE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62350"/>
            <a:ext cx="158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task + citations + gaps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8BE36-EB3E-4A43-9E99-0C9F8C9A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0"/>
            <a:ext cx="1524000" cy="904875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CC622-CC64-4869-B403-18034B52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6707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New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8E304-8BEA-410E-A406-FDF7449F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62350"/>
            <a:ext cx="129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summary + recent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A7CF73-8395-4513-9B31-5CEA77BD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911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warning_ratio 默认 0.60；compaction_threshold 默认 0.75。压缩预算也计入累计 usage。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21E3B-14E5-4682-99BB-C75D1452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2500313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42C46-F7A9-402D-93E7-7A2B6DBC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71775" y="24574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08867F-D9AE-47EA-9621-5C60FC49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4375" y="2500313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5341D7-7B49-4799-94F6-7C62AC4C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10125" y="1881188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E5F692-A895-4208-8C75-4EF40BA6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10125" y="1881188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14C76C-1D2B-4800-934F-64D9ACA9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10150" y="18383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3FD72D-D0A6-4AFD-9686-9F8E22EB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0938" y="2952750"/>
            <a:ext cx="0" cy="642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F5E5A9-B2F6-4461-B363-7A04A2C0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0938" y="3595688"/>
            <a:ext cx="1404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846944-9C9A-4786-A981-5C9FF017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10150" y="3552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800EA5-1C32-4050-95FD-D524184E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05625" y="3595688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0BF85E-D197-4E62-A7C6-8230BCCF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4275" y="3552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1CCF94-5A9E-4874-AFF4-0B535A97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29750" y="3595688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1EB6FD-A224-4B8F-855A-97E82674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15525" y="35528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8470042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6F961-C93C-4B2D-83B0-E0DEA254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 / CONTEXT AND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45BC8-5D0D-4250-B34F-7F30307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 与 Memory 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43E1D-220C-4469-8A3F-67D7836B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92973-7A0F-4820-809B-2D8E7176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Slides 32–35; AgentRuntime; memory/; research_graph/compaction.py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C3B5B-E687-4442-A0F5-CB89267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80003-8916-406F-9514-D96E884F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F160A-318A-44F3-80E8-C7669868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82303-9382-4B2F-97F3-439A0B96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EC781-7371-4B7D-81A5-2A89552B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一次模型调用最终包含哪些动态上下文？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46DFB-768E-4F2F-9AD3-FD61093C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AE977-E6FB-4E77-8BE6-2ADE917F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07C65-D6F2-4173-A2C8-0DBAC1D7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私有 memory 与长期 MySQL memory 有什么不同？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7FAA5-3D1F-4B9F-8478-45020428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8CAA-FA7C-420E-9772-4BDC504A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7BAED-312D-4E2E-BC88-4AA5D2D5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 thread_id 不能自动等价于 user_id？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4D27F-DE9D-4479-9596-330ECEC6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3DBD3-FC41-40FE-A9B6-04CA300B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E14FC-C856-4CC6-B1E3-C5F5D9A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上下文压缩在什么阈值触发，哪些内容需要保护？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1414A-BF95-4589-ABA7-A5487EE6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624AC-3344-408E-9254-13492C06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E8607-7795-4C8B-BEEE-49844CB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没有生产 Checkpointer 时，跨请求连续性依赖谁？</a:t>
            </a:r>
          </a:p>
        </p:txBody>
      </p:sp>
    </p:spTree>
    <p:extLst>
      <p:ext uri="{BB962C8B-B14F-4D97-AF65-F5344CB8AC3E}">
        <p14:creationId xmlns:p14="http://schemas.microsoft.com/office/powerpoint/2010/main" val="11044488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BF1F39-13EA-4095-A699-8392AEE3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 /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4049E-0E1E-4136-BA86-FB069300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 RAG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86D0E-8651-4791-A48C-21B44BD9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51DE6-1672-458A-AD2F-EDA676A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tools/rag_tool.py; rag/service.py; rag/indexer.py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6F0AE-2D3A-463C-BD81-345BD85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C9AF0-E077-4AA9-A258-EDDC64DF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索引准备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1FDEC-B401-4477-A3DE-7EB78208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42875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860FD-FCF9-421A-909A-8D495E70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Loaders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B3E2D-4691-4E91-8FD7-EEECD060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5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knowledge +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09F0F-6825-4409-B950-E5356B30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142875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CE1CC-060E-43C7-853A-E7071514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764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Splitter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EE31C-035D-4D21-BC77-E7A893A2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717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structure aware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53571-639C-4FAA-B012-02A81ACF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142875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CAD91-254B-4846-A3B2-F2C4D024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Embedding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0D149-EF53-4582-937F-CDC85CC4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717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MiniLM 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02EA2-D4D1-4486-A79B-8D9021DB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查询路径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E6367-93E7-4D8F-817D-46352F2E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33350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4D0BE-4DA1-4559-961D-924CC925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110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Rewrite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F252B-58A6-4A50-AE52-02919CFC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17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800A0-780A-4B8D-88FC-6CE9F44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133350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928CF-8C30-4984-BB25-BC92A0CC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1104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Hybrid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C176B-6792-4D26-A0C1-C1C14CDD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7172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dense + BM25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CC48E-C562-4232-9415-F65A58EB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52625"/>
            <a:ext cx="1428750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E4AD3-C16E-4E0F-A510-BC352259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764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Rerank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49B01-6A84-429F-815E-29747181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717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cross encoder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FB36C6-33AE-4785-97C4-1856EBED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2381250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82CD7E-E44B-4B1C-9FD5-6FDF47DF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38575"/>
            <a:ext cx="215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Index backends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AA62E4-3AB0-48CA-B782-EDAB9584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33850"/>
            <a:ext cx="2152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Milvus default / FAISS / Chroma / memory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238961-AB62-4983-92AE-5178880D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2857500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FE87F-5861-4DA8-90FF-42033AD1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38575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AnswerReadyContext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926893-7587-481C-8F41-55375429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33850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top_k + citations + metadata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F31CD3-502D-4FB3-877C-01DF4317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RAGPipeline.query() 是查询门面；RAGIndexer.ensure_ready() 负责可重建索引。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DC1BA8-76D1-4C1F-9CF7-71CE3C60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23336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EF3D9F-8B8B-4982-9ABD-4B2AAA6F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95525" y="22907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14E49B-6F4D-4C60-8F5D-CC546014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23336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F8391C-BCAF-42C5-A2BB-1DA599E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05275" y="22907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16403C-5CDF-4DD2-B634-54CD990C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23336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151ADD-1A5C-43FD-A7B6-D465B91D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15275" y="22907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E13293-486D-4E47-9AEE-64677978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23336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5F3AA5-9DF9-4059-8A57-A5898013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29775" y="22907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D34D50-53EC-409D-8423-D92DB2D3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05375" y="27146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DDE9C6-8EBA-485F-8BB4-5BA0A360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571875" y="31908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72CE43-6EDD-41D6-944A-FC4572AA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1875" y="31908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5FFC93-32D8-44E0-9A7A-AF78F606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529013" y="36290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456B53-C74A-452E-89D2-B2C17710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2500" y="4214813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082A29-3086-4258-88F9-0CE9B723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05500" y="3048000"/>
            <a:ext cx="0" cy="1166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DD41A0-78B0-4244-8A0C-B418F409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30480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F272A4-A49F-4F3D-9FE5-FA72159C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67750" y="27146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544105-7DB3-4825-9F6B-B53ACD20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4888" y="27146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0700EF-CB80-4A74-B590-99831758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9875" y="27146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DB59E4-469E-4A78-871F-C11EFDDF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953500" y="319087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10D0D0-14E2-4388-88D6-C7EBF4D6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31908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707F26-26A0-4C3F-8A9F-F8276B8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910638" y="3629025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48786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A8DB31-C337-4942-888E-BCD1F44C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 /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70BFF-DDA9-4F00-984B-A551F379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Hybrid Retrieval、Fusion 与 Rerank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19624-B826-431A-850A-F426D4C0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74613-8D11-4FE5-B9A8-E83741DB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rag/retriever.py; rag/reranker.py; rag/service.py:RAGPipeline.query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7E1A8-15D8-4F02-9300-C2C3FB9C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E0EF5-5962-48C8-AAB9-D42CEE0E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9050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3446F-3F75-42C1-B05E-E223788E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Vector 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7AE35-874A-4EDC-B855-2BC93EF7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semantic rank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6FE5D-314F-4C01-ABB9-9DF68A76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90500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CF1B0-3586-4E9B-8E40-7B4AF7E0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23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BM25 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8E237-B9AE-404F-9248-23E0DAA8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exact term rank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CC917-251B-4E8F-B0F4-12F07AC2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180975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D7448-1F2D-4090-8170-EA57D873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RRF 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48AD7-0C70-4552-A174-1A9C0339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956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rank_constant=60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FD8D8-45C6-49E1-B93F-61664876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200025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E3750-EE2C-41CD-85EB-C4CC53FE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47825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 expansion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13796-060B-47E6-BB4E-FAE0F708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431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43839-9F2E-44DB-8C80-75E34DF6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200025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CF9F69-C56C-45C8-B7AB-6B45672E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52825"/>
            <a:ext cx="177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Metadata boost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58F76-79FA-40E3-9C08-B938383E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481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weight=0.15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F7949-A1C8-4E58-9F7F-C6FE10C8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80975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335D1-11FF-4BAB-8E0D-F70EEB49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032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Cross-encoder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8B30B-0527-4284-90FF-0CF33F44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rerank_top_n → top_k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B0B535-E99D-469B-9AC2-4C3F9E67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990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9CFC4-CC18-4D80-9544-AEED87EE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2AA97F-C405-4905-880D-4D5358D9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958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88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FINAL ORDER     retrieve candidates  →  RRF  →  graph / metadata  →  cross-encoder  →  authority  →  top_k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337C3D-CC9E-437C-B510-F217B35D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21431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8B6026-7AD2-418E-956B-3887B80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8500" y="21431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69FB81-B15D-41BD-A022-7FD62592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8500" y="27146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9F2BBB-0390-4F9D-84B5-B8598124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24275" y="26717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E03509-BB7E-48E6-A3B3-C5A9AAF2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366712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8B4C7C-1BDF-4BB2-BB35-DD60535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38500" y="31908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9DAF44-1DF7-453E-B01B-9A607C7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8500" y="31908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947E41-38A9-41A1-97B1-A9838BE4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24275" y="3148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42F248-F0CF-4D19-8C8D-5D83C4D8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29527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E9CB8F-8BC6-4B4A-B912-9CFEDCD3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19526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22C959-1063-4BE5-9653-E078A38A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9526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F8BF57-89DE-4C27-955B-7599968D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86525" y="19097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D17C2B-7ABE-4E07-8444-0C8742F7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29527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642FE5-050D-438D-9C6C-7858EF4E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952750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20D6EE-79CF-4741-9E55-D4DB9838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8576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78BB26-D928-426F-8B9F-62513FB5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86525" y="38147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45E10E-E044-4CD9-826E-9936D200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19526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606815-1B70-435A-9D45-EFE76746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96375" y="19526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D5A15B-583C-4600-97C5-36D34705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96375" y="29527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60AC84-0220-4ED3-8EEC-CF7BBDA2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34525" y="29098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ABB1AB-FE47-48FF-AF3C-1BEEBF6F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38576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A0B96A-BFAF-4A39-9B80-34BA1C33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096375" y="2952750"/>
            <a:ext cx="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2172BB-6471-4093-BE16-209BF0DE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96375" y="29527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560701-16C0-4EC9-91E7-44B104C2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34525" y="29098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2382023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420E3-3738-4D3D-AD9A-73896C27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 /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29496-D07E-4C67-9B05-E4D5EBC6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GraphRAG 与 Research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E7773-F8A3-4C68-BDDF-0F4BABCA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63249-9BF9-449F-9582-17A12669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rag/graph.py; research_graph/; docs/research-graph-context-harness.md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98104-8965-462C-A764-4CC94A9E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532D2-5745-45A6-95D7-CCCFB4A4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Knowledge GraphRAG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CC4BE-5950-4AF9-8112-78CD43D2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知识库索引阶段构建 chunk 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用于扩展 RAG 候选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可用共现、结构边和 Neo4j backend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结果仍进入 RRF / rerank / authority 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graph_enabled 默认关闭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20BEB-523B-489D-8F5C-3A930ADC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3125" y="1476375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0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DAC50-9B82-4030-B6BB-775266B7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Per-run Research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1D668-F431-498A-8614-B24595F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Agent 工具结果进入 run-scoped 证据图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Producer 写入，Consumer 检索相关子图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Working Context 有角色范围与容量上限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替代整份 role report 反复注入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research_graph_enabled 默认关闭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581AA-C6AF-4E26-AB7F-DCC609A3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27C65-6B3A-4DE6-A88C-FA5145B6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14975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0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共同点只有“图”；生命周期、数据对象、用途和配置键完全不同。</a:t>
            </a:r>
          </a:p>
        </p:txBody>
      </p:sp>
    </p:spTree>
    <p:extLst>
      <p:ext uri="{BB962C8B-B14F-4D97-AF65-F5344CB8AC3E}">
        <p14:creationId xmlns:p14="http://schemas.microsoft.com/office/powerpoint/2010/main" val="157735166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F290E3-AEB7-485D-AF7A-721EB514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 / PUBLIC OPINION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45DB5-FDCF-4CB6-B3DA-650927BC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舆情研究任务生命周期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1AF54-A116-4DB5-B6A5-025A732C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64792-975B-4492-9A8A-0C8DFB95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deep_researcher.py; four AgentSpecs; report nodes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A4A2D-20D0-4C71-9DA6-E155E432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1A76C-CB07-498E-B520-2BC6B9DB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0"/>
            <a:ext cx="1381125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11173-0CAC-4DC6-8A74-03BF329D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40982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问题理解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A1193-C3C1-4862-AB1E-1950557F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705100"/>
            <a:ext cx="1152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clarify /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EBDF0-F892-46C1-A96E-BB52A2E2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1381125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B7030-365C-40B6-8CBD-DE82A318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0982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报告规划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2F11B-C295-4B5D-BC5D-F11CC5DA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05100"/>
            <a:ext cx="1152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43A77-950E-45F4-8142-B3A32BAE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1381125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E4041-1D7F-4BD5-A8C3-F09D858F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0982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双源采集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B0CA4-03AD-45AF-914F-998C6D6F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1152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public + internal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4BF5A-2F9A-441D-9C08-E040265E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1381125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455C0-1602-43F5-9009-E6B8AD9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0982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缺口审查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1F96F-E6CB-4A65-94AA-566F6CC1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05100"/>
            <a:ext cx="1152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ResearchReview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4C3ED-B0E9-4401-B3A8-535518AF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1381125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BD710-9AF2-405E-907D-2086A519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0982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99F3E-A61B-4623-8E87-3F656703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05100"/>
            <a:ext cx="1152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claims + register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A9205-4DE2-4D25-9B9D-5B4EC782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1381125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DCF455-0601-461E-9C10-FDE36DAC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0982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响应策略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4BC7C-1862-460E-96DC-BC697529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05100"/>
            <a:ext cx="1152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posture + 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ED7FD-1845-4253-80C3-B80743DA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86000"/>
            <a:ext cx="1381125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1CEFD-6D4A-436A-B8CB-1301A4FC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09825"/>
            <a:ext cx="1152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9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报告生成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765A3B-77A8-44DC-9990-4E4CE69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705100"/>
            <a:ext cx="1152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sections + final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BCF365-4A5C-4835-9AEA-3AAA2768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7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业务分工与图顺序一致：先收集事实，再做证据门禁，最后才生成对外响应建议。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3CE42A-BAA2-4F6C-B2C1-310EAE78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91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这条顺序减少“先想话术、再找证据”的确认偏误。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6B4E09-59A3-4CE3-A5AE-664271A3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28098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80DE82-80DE-4277-AEF2-1130ED28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14525" y="2767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0D0B01-8A7F-4DDA-BCA9-5598106B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81375" y="28098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61E8A2-FA34-4A04-BEC6-44CDC27A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81400" y="2767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8EC07-EEB6-44D1-BF35-DD158979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8250" y="28098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CE720D-444C-4C63-81F6-34250306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48275" y="2767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E22700-038D-405F-8CB3-4A92F12F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15125" y="28098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0D7C79-6DC9-4666-9075-DA840999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15150" y="2767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80AD79-FE8F-4AE2-B101-3FF19A6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82000" y="28098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AC5D42-04F3-4B17-A7B0-6EFF400E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82025" y="2767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FDCBFC-0BBD-4175-85AD-40980563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48875" y="28098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727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259B37-853F-4BB0-9DBB-D7FE26BC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48900" y="27670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27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9431013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4B5AD-B2A3-4F85-8283-66491C45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 / PUBLIC OPINION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CBF30-7E1D-4625-9A50-B025A299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从规划到报告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54642-7B41-40B4-99E4-500B2B1B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BCA9F-06E1-4E1D-879C-86A6E02B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write_research_brief; plan_report_sections; section_writer; compile_final_report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78464-5B47-43A1-913D-7674A8B0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88F10-038D-4A58-A487-05622ACB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953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52048-39DD-4B55-9854-3304F20C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5685C-C28E-45B9-9B10-7693F025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45529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Planning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write_research_brief()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ResearchQuestion.research_brief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plan_report_sections()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Sections[]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optional interrupt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CE217-313C-4154-87D9-8545FEAC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4288">
            <a:solidFill>
              <a:srgbClr val="1E1E1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47EB6-CDE0-47AD-AA83-CE01750F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6C8A5-70C6-4300-A108-D3EEAB8D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552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Research + Writing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research_phase()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role reports / graph context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section_writer()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completed_sections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write_final_sections()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compile_final_report()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065" b="0">
                <a:solidFill>
                  <a:srgbClr val="E7E9EB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7E9EB"/>
                </a:solidFill>
                <a:latin typeface="Consolas"/>
                <a:ea typeface="Consolas"/>
                <a:cs typeface="Consolas"/>
              </a:rPr>
              <a:t>  → report.final + AIMessage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2D845-6C11-4EEC-AAE1-DB663CF3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预算不足时 planner 降级为单一 research section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section_writer 并行写需要研究的章节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缺失章节可由 final_report_model 补写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全部缺失时从 role reports 或 graph context fallback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最终报告可追加 token budget 摘要并可选写长期记忆</a:t>
            </a:r>
          </a:p>
        </p:txBody>
      </p:sp>
    </p:spTree>
    <p:extLst>
      <p:ext uri="{BB962C8B-B14F-4D97-AF65-F5344CB8AC3E}">
        <p14:creationId xmlns:p14="http://schemas.microsoft.com/office/powerpoint/2010/main" val="186907517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C8E4E-F149-4753-9110-F18B56B2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08 / 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E0CD3-3E0F-4993-BCEC-6D5A1E6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Token Usage 与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14FE4-D949-436D-B928-87436214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F623C-E7EF-4D6E-8BB6-0F594742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budget.py; observability/langsmith.py; docs/architecture/observability.md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996C7-71DD-4E57-BB62-17D0B1EF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52027-3B1E-41FF-90B6-CC549FDC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LangSmith：执行追踪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2DED2-84A3-4A14-9C41-C38320A0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原生 Graph / Node / Agent / LLM / Tool spans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RAG 内部阶段使用少量 trace_span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thread_id 等有界 metadata 做关联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网络与配置失败 fail-open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不把 trace 结果写入 State 决策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8675D-26DC-4CBF-A91B-E873BD2F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3125" y="1476375"/>
            <a:ext cx="0" cy="414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2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0C38A-0C57-4F1B-BA08-4767A07E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3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budget.py：Usage 与策略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B785B-B9C7-41E1-99DC-2FF0D836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ModelAttemptCounter + UsageMetadata callback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input / output / total / cache details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按调用累计 model、tool、search 次数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只信 provider reported usage，不伪造缺失 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预算守卫可跳过调用并保留原因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B4697-6C27-4601-863B-375461C7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572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93F96-B759-4921-B555-FBB2F485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01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当前不是“一个监控系统”：执行可观测与预算决策故意分离。</a:t>
            </a:r>
          </a:p>
        </p:txBody>
      </p:sp>
    </p:spTree>
    <p:extLst>
      <p:ext uri="{BB962C8B-B14F-4D97-AF65-F5344CB8AC3E}">
        <p14:creationId xmlns:p14="http://schemas.microsoft.com/office/powerpoint/2010/main" val="180658471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B941FC-1D12-4B64-9529-418B9846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09 / ARCHITECTURE 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9046C-0A48-424A-8552-9285F4FB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架构演进时间线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7F2A1-77DD-4812-95D1-BF5D16AE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B41A1-B0E0-44E0-AFA5-A094EF9E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git log origin/main; selected commits in sources.md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0F7E5-B1A0-4825-9FD2-DEE6062B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F1D83-CADA-4ED7-912E-C7178AD6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" y="3429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651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62932-56FF-468A-B93D-A09A2417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82452-0C1B-4F33-8CA6-EC94825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7750" y="2857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B021C-6A55-4AE0-B4A4-F1A07385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57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A53CB-1ECF-4493-BC19-51850313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1431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消息型 Deep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E7C3E-B443-4ABF-8886-6827A5A7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9ede889 / d859138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FD032-BE51-4381-BAF3-425F8FB7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7D6CB-6456-4180-9DF4-E26D5342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35814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97F53-A5EE-4E7F-886A-89AACAAE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2026-04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2C345-853E-4223-A958-645DDE58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815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723F9-D6B6-42F0-826C-51C01525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24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1b0e639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5E27D-9EC1-4336-B4E5-56FDEF3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FC982-AEA6-42C3-80AC-C5FA5746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2857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3E9BD-1F74-46F4-A025-17F0F591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57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2026-07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42E24-75DF-4698-B273-23A61414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舆情业务化与收敛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8ECCAA-0115-4B87-BA29-CCAF29DD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5c0329b / aff29ea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93E99-B780-41C2-B75F-0F094316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8D8A4-C403-4C5E-89C4-E5B99FC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35814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F4070-0F2F-421F-AA47-5325ADD6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2026-09-01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4357F6-5C32-4C71-BAB5-969B4F5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815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动态 review /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E7F1C-4092-4674-8382-B74D478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5989480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2D099-8F49-425B-9C4F-C2855F1C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BD4B04-7C6B-4BD8-91D1-88C1E2FC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0" y="28575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45DBE0-DF0B-4E3A-9966-63244490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57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2026-09-04—14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F0310C-E30B-49CA-B8AB-46C586F7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5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Research Graph / owned state / runtime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B4BB7F-421A-4619-B12B-2E1A13DB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86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2bdb9ad → 5cc29c0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9B1420-0AB0-4AF2-9082-BF3C3FAE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3528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68A145-08EC-497C-BD83-491CFF42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15625" y="35814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27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D7AA63-C269-4C56-8587-A3703476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2026-09-20—22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75C37A-9D6E-46F6-A722-4357D7D4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815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LangSmith、去 sidecar、清理 legacy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E802F-82B3-40AC-AEAA-31998522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24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f70d23c → deedb2a</a:t>
            </a:r>
          </a:p>
        </p:txBody>
      </p:sp>
    </p:spTree>
    <p:extLst>
      <p:ext uri="{BB962C8B-B14F-4D97-AF65-F5344CB8AC3E}">
        <p14:creationId xmlns:p14="http://schemas.microsoft.com/office/powerpoint/2010/main" val="213667787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15887-E5A7-43DE-B299-03EF432A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09 / ARCHITECTURE 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DD4D9-4420-49AB-B54B-D0BE72A4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四次关键重构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A2D75-EA1F-4CB3-8E4D-517D8575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97BD7-445E-48D3-BE9D-FE096408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aff29ea; 5989480; 3f0a548 + 5cc29c0; d18c87a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5372A-55D4-4E8D-B474-1126F8E3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7BEA7-028F-4007-A0B2-F9639820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旧问题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B65E1-FC5C-42BB-86BC-178794AD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调整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A9276-B76B-4957-8F4E-689C9FAF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收益与代价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1F39E-1830-4F32-B798-C2756588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28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Commit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95A20-F610-4177-A7D7-6830FC36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191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76B78-E809-49FF-92A2-C3900A21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通用模式分叉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601AE-013F-4200-8876-69FBC7FD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舆情主流程收敛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17025-8429-4F56-B35E-737419C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少一套 supervisor/legacy 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01B47-609C-49A7-919B-3DF09370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526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aff29ea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557AD-896B-481E-AF88-6FC0751F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一次研究难补缺口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14BC9-9330-4BF0-A944-9BB1EE9B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Review + 定向 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70923-6697-4A60-BCAD-0C939769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质量提高，但 follow-up 成本上升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BD519-851C-4CAE-AC85-D3F4833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5989480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09C71-81ED-4367-B38B-750F7B14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191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2FEA4-BF3D-4CB4-AF2A-4850E5BF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28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State 与角色运行重复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19545-1B7C-4077-AD66-15A6DB0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528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五域 State + 共享 AgentRuntime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59CE8-54A6-4A1F-B0B1-7D189463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并行合并与职责更清晰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C2A022-3067-4478-B5EA-FDCF5ED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528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3f0a548 / 5cc29c0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709A71-9038-4FE0-9EBF-D3EF3CA1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Observer sidecar 与 LangSmith 重叠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73DDC-E7AD-40DE-A1A5-5F606DDA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LangSmith + budget.py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C10F8-4426-4BCE-A60D-4294D58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更少重复埋点，责任边界清楚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9AE224-3E17-4DAB-AF4C-B1F5EFB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d18c87a</a:t>
            </a:r>
          </a:p>
        </p:txBody>
      </p:sp>
    </p:spTree>
    <p:extLst>
      <p:ext uri="{BB962C8B-B14F-4D97-AF65-F5344CB8AC3E}">
        <p14:creationId xmlns:p14="http://schemas.microsoft.com/office/powerpoint/2010/main" val="137429210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D50C8-F975-4242-AFAA-62457EAB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10 / CONTINUE 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25C9C-DDEE-42DE-95C6-F1586D3C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源码学习地图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C0F67-7829-42F1-A065-C3B255F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9C06B-9F74-4C56-AB48-6B2BBA74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current file map and verified call chains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010EA-0933-428E-8B81-F8A682E1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F38A2-CE92-497C-8AC4-92259688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524125" cy="37147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268A3-9549-4C25-B20E-F9F5EA76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Route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5B96B-87B2-45EA-8D98-EAD4DB9F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11C67-A238-4EC3-B854-C04F2AE4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2143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langgraph.json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state.py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workflow/state_utils.py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57CC2-8BFB-433B-9DC8-AAAD639D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18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逐文件打断点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9EBA0-7983-4B54-86A6-96A75A17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2524125" cy="37147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ACA18-1A0A-49FD-9BAF-A879CA2B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Route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2F63E-BCD2-4875-A5FA-C35362CE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Multi-Agent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FB41D-428D-41F1-95BA-C71394B6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14625"/>
            <a:ext cx="2143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public_opinion_agents/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runtime/business_agent.py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runtime/agent_runtime.py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research_graph/workspace.py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AC5B3-CBAD-4B92-B0AA-276E45C8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57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18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逐文件打断点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08A85-946F-41E5-BA7B-5735823C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2524125" cy="37147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C5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6CDF6-FA89-42D6-B39C-C07BB3EC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Route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042C3-9FA4-4D40-A484-A35BB2EC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MCP /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79D01-4179-48A4-95CC-C53D9FFC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14625"/>
            <a:ext cx="2143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utils.py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mcp/tools.py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mcp/tool_wrapper.py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mcp/domain_filter.py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9EF88-9FAF-426F-8D79-E25ACBA4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57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18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逐文件打断点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B96B8-86AD-4D31-8FBF-BDC197C3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524125" cy="37147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F4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5F396-BFDD-452F-B108-B0A6A34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3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Route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3835F-3A3C-4D47-A518-D1C43765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76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RAG / 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739D6-C0A0-4649-A7BF-21DC0D06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2143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tools/rag_tool.py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rag/service.py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rag/retriever.py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982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82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memory/writer.py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817307-45A8-4BD4-B0ED-93EC4B95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577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18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27D"/>
                </a:solidFill>
                <a:latin typeface="Microsoft YaHei"/>
                <a:ea typeface="Microsoft YaHei"/>
                <a:cs typeface="Microsoft YaHei"/>
              </a:rPr>
              <a:t>逐文件打断点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09DCDF-77EB-41A4-A29A-894359B9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68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建议每条路线先跑对应测试，再进入可选外部基础设施。</a:t>
            </a:r>
          </a:p>
        </p:txBody>
      </p:sp>
    </p:spTree>
    <p:extLst>
      <p:ext uri="{BB962C8B-B14F-4D97-AF65-F5344CB8AC3E}">
        <p14:creationId xmlns:p14="http://schemas.microsoft.com/office/powerpoint/2010/main" val="100827882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CE49A-BEE5-4584-A8A0-4CA1A441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7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10 / CONTINUE 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98098-751E-4FF1-B7C7-54231D0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最终学习检查点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727D0-471F-4C0C-9F2B-EEC8ABBC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A42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B2B20-5F58-4725-9D3F-B3CD7F8E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89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8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Complete deck; docs/project-learning/sources.md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7DFF8-4DDC-4418-84FB-65019798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32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75973-8FC9-47E9-B1D1-97A966B1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看完这一章，我应该能回答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3CF23-847A-4881-B4BB-00D6D04F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CC52F-85F7-4CA6-BF39-951E6DE4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3050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FB100-7079-46B1-A1E0-B410D08C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我能从入口一路跟到最终 report.final，并说出每个 State patch 的来源吗？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2C658-C596-4BFF-849A-FC3EFEA9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EFDB8-1562-40E0-92A3-ED33EF1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29337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DD5B5-63AC-4046-BCDE-FDEEA2E1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我能解释四个 Agent 独立了什么、共享了什么、谁决定下一步吗？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067D3-28E2-452E-8D0C-A7A02797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AC949-CF30-44B7-A9A2-55DE9AB5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35623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F0B79-9AC9-4324-B96F-1F538958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我能区分 Tool、MCP、Skill、Agent、Graph 的责任边界吗？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C24CB-D885-430F-8715-715373D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204FE-8BEB-4C51-9F31-6595BDA7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1910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628F5-81C0-41E2-B70E-AD77A0BE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我能区分 GraphRAG、Research Graph、Agent Memory 与 MySQL Memory 吗？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28DC0-6773-49FA-BE86-B9CC4343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8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9B27D-CED8-4E53-AC20-FF9DF5F0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" y="481965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6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FD807-A9A6-40F0-9046-EC7E4E36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91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我能从 Git 提交说明一次架构调整的动机、收益和代价吗？</a:t>
            </a:r>
          </a:p>
        </p:txBody>
      </p:sp>
    </p:spTree>
    <p:extLst>
      <p:ext uri="{BB962C8B-B14F-4D97-AF65-F5344CB8AC3E}">
        <p14:creationId xmlns:p14="http://schemas.microsoft.com/office/powerpoint/2010/main" val="1778031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2026-09-22T12:45:52.4640000Z</dcterms:created>
  <dcterms:modified xsi:type="dcterms:W3CDTF">2026-09-22T12:45:52.4650000Z</dcterms:modified>
</coreProperties>
</file>